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presProps" Target="presProp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viewProps" Target="viewProps.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Computer Hardware</a:t>
            </a:r>
          </a:p>
        </p:txBody>
      </p:sp>
      <p:sp>
        <p:nvSpPr>
          <p:cNvPr id="3" name="Content Placeholder 2"/>
          <p:cNvSpPr>
            <a:spLocks noGrp="1"/>
          </p:cNvSpPr>
          <p:nvPr>
            <p:ph idx="1"/>
          </p:nvPr>
        </p:nvSpPr>
        <p:spPr/>
        <p:txBody>
          <a:bodyPr/>
          <a:lstStyle/>
          <a:p>
            <a:r>
              <a:t>Computer hardware is the collection of physical parts of a computer system. These include input, output, processing, and storage devices. Hardware works with software to perform tasks. Examples: monitor, keyboard, CPU, and printer.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DC and AC Voltage</a:t>
            </a:r>
          </a:p>
        </p:txBody>
      </p:sp>
      <p:sp>
        <p:nvSpPr>
          <p:cNvPr id="3" name="Content Placeholder 2"/>
          <p:cNvSpPr>
            <a:spLocks noGrp="1"/>
          </p:cNvSpPr>
          <p:nvPr>
            <p:ph idx="1"/>
          </p:nvPr>
        </p:nvSpPr>
        <p:spPr/>
        <p:txBody>
          <a:bodyPr/>
          <a:lstStyle/>
          <a:p>
            <a:r>
              <a:t>AC (Alternating Current) changes direction periodically and is used in homes. DC (Direct Current) flows in one direction and powers internal computer components. Power supplies convert AC from outlets into DC for the motherboard and peripherals.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SMPS (Switched Mode Power Supply)</a:t>
            </a:r>
          </a:p>
        </p:txBody>
      </p:sp>
      <p:sp>
        <p:nvSpPr>
          <p:cNvPr id="3" name="Content Placeholder 2"/>
          <p:cNvSpPr>
            <a:spLocks noGrp="1"/>
          </p:cNvSpPr>
          <p:nvPr>
            <p:ph idx="1"/>
          </p:nvPr>
        </p:nvSpPr>
        <p:spPr/>
        <p:txBody>
          <a:bodyPr/>
          <a:lstStyle/>
          <a:p>
            <a:r>
              <a:t>SMPS converts high voltage AC into regulated DC efficiently. It ensures the right voltage for CPU, motherboard, and drives. It’s more efficient and compact than older linear power supplies.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Inverter</a:t>
            </a:r>
          </a:p>
        </p:txBody>
      </p:sp>
      <p:sp>
        <p:nvSpPr>
          <p:cNvPr id="3" name="Content Placeholder 2"/>
          <p:cNvSpPr>
            <a:spLocks noGrp="1"/>
          </p:cNvSpPr>
          <p:nvPr>
            <p:ph idx="1"/>
          </p:nvPr>
        </p:nvSpPr>
        <p:spPr/>
        <p:txBody>
          <a:bodyPr/>
          <a:lstStyle/>
          <a:p>
            <a:r>
              <a:t>An inverter converts DC (from a battery) into AC to power computers during a power cut. It helps maintain continuous operation for short periods. Common in homes and offices where backup is essential.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Generator</a:t>
            </a:r>
          </a:p>
        </p:txBody>
      </p:sp>
      <p:sp>
        <p:nvSpPr>
          <p:cNvPr id="3" name="Content Placeholder 2"/>
          <p:cNvSpPr>
            <a:spLocks noGrp="1"/>
          </p:cNvSpPr>
          <p:nvPr>
            <p:ph idx="1"/>
          </p:nvPr>
        </p:nvSpPr>
        <p:spPr/>
        <p:txBody>
          <a:bodyPr/>
          <a:lstStyle/>
          <a:p>
            <a:r>
              <a:t>A generator produces electricity mechanically, used for long-duration power backup. Large offices and data centers often use generators to prevent downtime.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Spike Guard</a:t>
            </a:r>
          </a:p>
        </p:txBody>
      </p:sp>
      <p:sp>
        <p:nvSpPr>
          <p:cNvPr id="3" name="Content Placeholder 2"/>
          <p:cNvSpPr>
            <a:spLocks noGrp="1"/>
          </p:cNvSpPr>
          <p:nvPr>
            <p:ph idx="1"/>
          </p:nvPr>
        </p:nvSpPr>
        <p:spPr/>
        <p:txBody>
          <a:bodyPr/>
          <a:lstStyle/>
          <a:p>
            <a:r>
              <a:t>A spike guard protects electronic devices from sudden voltage surges or spikes. It acts like a shield against lightning or unstable electricity. Used commonly for PCs, routers, and televisions.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UPS (Uninterruptible Power Supply)</a:t>
            </a:r>
          </a:p>
        </p:txBody>
      </p:sp>
      <p:sp>
        <p:nvSpPr>
          <p:cNvPr id="3" name="Content Placeholder 2"/>
          <p:cNvSpPr>
            <a:spLocks noGrp="1"/>
          </p:cNvSpPr>
          <p:nvPr>
            <p:ph idx="1"/>
          </p:nvPr>
        </p:nvSpPr>
        <p:spPr/>
        <p:txBody>
          <a:bodyPr/>
          <a:lstStyle/>
          <a:p>
            <a:r>
              <a:t>A UPS provides instant backup when power fails. It keeps computers running for a few minutes, preventing data loss. Essential for servers and personal systems.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Stabilizer</a:t>
            </a:r>
          </a:p>
        </p:txBody>
      </p:sp>
      <p:sp>
        <p:nvSpPr>
          <p:cNvPr id="3" name="Content Placeholder 2"/>
          <p:cNvSpPr>
            <a:spLocks noGrp="1"/>
          </p:cNvSpPr>
          <p:nvPr>
            <p:ph idx="1"/>
          </p:nvPr>
        </p:nvSpPr>
        <p:spPr/>
        <p:txBody>
          <a:bodyPr/>
          <a:lstStyle/>
          <a:p>
            <a:r>
              <a:t>A voltage stabilizer maintains steady voltage levels even when electricity fluctuates. It prevents damage to hardware from high or low voltage. Common for desktops and other sensitive devices.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RAM (Random Access Memory)</a:t>
            </a:r>
          </a:p>
        </p:txBody>
      </p:sp>
      <p:sp>
        <p:nvSpPr>
          <p:cNvPr id="3" name="Content Placeholder 2"/>
          <p:cNvSpPr>
            <a:spLocks noGrp="1"/>
          </p:cNvSpPr>
          <p:nvPr>
            <p:ph idx="1"/>
          </p:nvPr>
        </p:nvSpPr>
        <p:spPr/>
        <p:txBody>
          <a:bodyPr/>
          <a:lstStyle/>
          <a:p>
            <a:r>
              <a:t>RAM stores data temporarily for quick access. It is cleared when power turns off. More RAM allows running more applications smoothly.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Magnetic Hard Drive</a:t>
            </a:r>
          </a:p>
        </p:txBody>
      </p:sp>
      <p:sp>
        <p:nvSpPr>
          <p:cNvPr id="3" name="Content Placeholder 2"/>
          <p:cNvSpPr>
            <a:spLocks noGrp="1"/>
          </p:cNvSpPr>
          <p:nvPr>
            <p:ph idx="1"/>
          </p:nvPr>
        </p:nvSpPr>
        <p:spPr/>
        <p:txBody>
          <a:bodyPr/>
          <a:lstStyle/>
          <a:p>
            <a:r>
              <a:t>A hard drive stores data permanently on spinning magnetic disks. It is slower than SSDs but cheaper for large storage. Common in older computers.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SSD (Solid State Drive)</a:t>
            </a:r>
          </a:p>
        </p:txBody>
      </p:sp>
      <p:sp>
        <p:nvSpPr>
          <p:cNvPr id="3" name="Content Placeholder 2"/>
          <p:cNvSpPr>
            <a:spLocks noGrp="1"/>
          </p:cNvSpPr>
          <p:nvPr>
            <p:ph idx="1"/>
          </p:nvPr>
        </p:nvSpPr>
        <p:spPr/>
        <p:txBody>
          <a:bodyPr/>
          <a:lstStyle/>
          <a:p>
            <a:r>
              <a:t>SSD uses flash memory with no moving parts. It is faster, quieter, and more durable than HDDs. Boot times and data access are much quicker.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ROM (Read Only Memory)</a:t>
            </a:r>
          </a:p>
        </p:txBody>
      </p:sp>
      <p:sp>
        <p:nvSpPr>
          <p:cNvPr id="3" name="Content Placeholder 2"/>
          <p:cNvSpPr>
            <a:spLocks noGrp="1"/>
          </p:cNvSpPr>
          <p:nvPr>
            <p:ph idx="1"/>
          </p:nvPr>
        </p:nvSpPr>
        <p:spPr/>
        <p:txBody>
          <a:bodyPr/>
          <a:lstStyle/>
          <a:p>
            <a:r>
              <a:t>ROM stores startup instructions for the computer (BIOS/firmware). It is non-volatile and cannot be modified easily. It ensures the system starts even without user input.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Cache Memory</a:t>
            </a:r>
          </a:p>
        </p:txBody>
      </p:sp>
      <p:sp>
        <p:nvSpPr>
          <p:cNvPr id="3" name="Content Placeholder 2"/>
          <p:cNvSpPr>
            <a:spLocks noGrp="1"/>
          </p:cNvSpPr>
          <p:nvPr>
            <p:ph idx="1"/>
          </p:nvPr>
        </p:nvSpPr>
        <p:spPr/>
        <p:txBody>
          <a:bodyPr/>
          <a:lstStyle/>
          <a:p>
            <a:r>
              <a:t>Cache memory is small, high-speed memory inside the CPU. It stores frequently used data for quick access. It helps the processor work faster.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Virtual Memory</a:t>
            </a:r>
          </a:p>
        </p:txBody>
      </p:sp>
      <p:sp>
        <p:nvSpPr>
          <p:cNvPr id="3" name="Content Placeholder 2"/>
          <p:cNvSpPr>
            <a:spLocks noGrp="1"/>
          </p:cNvSpPr>
          <p:nvPr>
            <p:ph idx="1"/>
          </p:nvPr>
        </p:nvSpPr>
        <p:spPr/>
        <p:txBody>
          <a:bodyPr/>
          <a:lstStyle/>
          <a:p>
            <a:r>
              <a:t>Virtual memory uses part of the hard drive as additional RAM. It allows more programs to run at once. However, it is slower than physical RAM.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CPU (Central Processing Unit)</a:t>
            </a:r>
          </a:p>
        </p:txBody>
      </p:sp>
      <p:sp>
        <p:nvSpPr>
          <p:cNvPr id="3" name="Content Placeholder 2"/>
          <p:cNvSpPr>
            <a:spLocks noGrp="1"/>
          </p:cNvSpPr>
          <p:nvPr>
            <p:ph idx="1"/>
          </p:nvPr>
        </p:nvSpPr>
        <p:spPr/>
        <p:txBody>
          <a:bodyPr/>
          <a:lstStyle/>
          <a:p>
            <a:r>
              <a:t>The CPU is the brain of the computer that executes instructions. It processes data, calculations, and logic. Speed is measured in GHz and depends on cores and threads.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CPU Versions and Virtualization</a:t>
            </a:r>
          </a:p>
        </p:txBody>
      </p:sp>
      <p:sp>
        <p:nvSpPr>
          <p:cNvPr id="3" name="Content Placeholder 2"/>
          <p:cNvSpPr>
            <a:spLocks noGrp="1"/>
          </p:cNvSpPr>
          <p:nvPr>
            <p:ph idx="1"/>
          </p:nvPr>
        </p:nvSpPr>
        <p:spPr/>
        <p:txBody>
          <a:bodyPr/>
          <a:lstStyle/>
          <a:p>
            <a:r>
              <a:t>Different CPU versions have various architectures (Intel, AMD). Virtualization allows multiple OSes to run simultaneously, useful in servers.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GPU (Graphics Processing Unit)</a:t>
            </a:r>
          </a:p>
        </p:txBody>
      </p:sp>
      <p:sp>
        <p:nvSpPr>
          <p:cNvPr id="3" name="Content Placeholder 2"/>
          <p:cNvSpPr>
            <a:spLocks noGrp="1"/>
          </p:cNvSpPr>
          <p:nvPr>
            <p:ph idx="1"/>
          </p:nvPr>
        </p:nvSpPr>
        <p:spPr/>
        <p:txBody>
          <a:bodyPr/>
          <a:lstStyle/>
          <a:p>
            <a:r>
              <a:t>The GPU handles image and video rendering. It’s vital for gaming, design, and AI. Dedicated GPUs are separate cards; integrated ones are built into CPUs.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Graphic Card, Pixel, LED, and LCD</a:t>
            </a:r>
          </a:p>
        </p:txBody>
      </p:sp>
      <p:sp>
        <p:nvSpPr>
          <p:cNvPr id="3" name="Content Placeholder 2"/>
          <p:cNvSpPr>
            <a:spLocks noGrp="1"/>
          </p:cNvSpPr>
          <p:nvPr>
            <p:ph idx="1"/>
          </p:nvPr>
        </p:nvSpPr>
        <p:spPr/>
        <p:txBody>
          <a:bodyPr/>
          <a:lstStyle/>
          <a:p>
            <a:r>
              <a:t>A graphic card accelerates visuals for smoother display. Pixels are tiny dots forming images. LED and LCD are common screen display technologies.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I/O Ports Overview</a:t>
            </a:r>
          </a:p>
        </p:txBody>
      </p:sp>
      <p:sp>
        <p:nvSpPr>
          <p:cNvPr id="3" name="Content Placeholder 2"/>
          <p:cNvSpPr>
            <a:spLocks noGrp="1"/>
          </p:cNvSpPr>
          <p:nvPr>
            <p:ph idx="1"/>
          </p:nvPr>
        </p:nvSpPr>
        <p:spPr/>
        <p:txBody>
          <a:bodyPr/>
          <a:lstStyle/>
          <a:p>
            <a:r>
              <a:t>Input/Output ports connect external devices to the computer. They enable communication between hardware components.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I/O Ports</a:t>
            </a:r>
          </a:p>
        </p:txBody>
      </p:sp>
      <p:sp>
        <p:nvSpPr>
          <p:cNvPr id="3" name="Content Placeholder 2"/>
          <p:cNvSpPr>
            <a:spLocks noGrp="1"/>
          </p:cNvSpPr>
          <p:nvPr>
            <p:ph idx="1"/>
          </p:nvPr>
        </p:nvSpPr>
        <p:spPr/>
        <p:txBody>
          <a:bodyPr/>
          <a:lstStyle/>
          <a:p>
            <a:r>
              <a:t>• USB – connects peripherals like flash drives.</a:t>
            </a:r>
          </a:p>
          <a:p>
            <a:r>
              <a:t>• HDMI – for video and audio output to monitors.</a:t>
            </a:r>
          </a:p>
          <a:p>
            <a:r>
              <a:t>• PCI and SATA – for internal device connections.</a:t>
            </a:r>
          </a:p>
          <a:p>
            <a:r>
              <a:t>• Audio – connects speakers or microphones.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Printers</a:t>
            </a:r>
          </a:p>
        </p:txBody>
      </p:sp>
      <p:sp>
        <p:nvSpPr>
          <p:cNvPr id="3" name="Content Placeholder 2"/>
          <p:cNvSpPr>
            <a:spLocks noGrp="1"/>
          </p:cNvSpPr>
          <p:nvPr>
            <p:ph idx="1"/>
          </p:nvPr>
        </p:nvSpPr>
        <p:spPr/>
        <p:txBody>
          <a:bodyPr/>
          <a:lstStyle/>
          <a:p>
            <a:r>
              <a:t>Printers produce hard copies of digital files. They vary in technology and connection methods.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USB and Network Printers</a:t>
            </a:r>
          </a:p>
        </p:txBody>
      </p:sp>
      <p:sp>
        <p:nvSpPr>
          <p:cNvPr id="3" name="Content Placeholder 2"/>
          <p:cNvSpPr>
            <a:spLocks noGrp="1"/>
          </p:cNvSpPr>
          <p:nvPr>
            <p:ph idx="1"/>
          </p:nvPr>
        </p:nvSpPr>
        <p:spPr/>
        <p:txBody>
          <a:bodyPr/>
          <a:lstStyle/>
          <a:p>
            <a:r>
              <a:t>USB printers connect via cable to one system. Network printers connect via LAN/Wi-Fi, accessible by many users.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Laser, Inkjet, and Digital Printers</a:t>
            </a:r>
          </a:p>
        </p:txBody>
      </p:sp>
      <p:sp>
        <p:nvSpPr>
          <p:cNvPr id="3" name="Content Placeholder 2"/>
          <p:cNvSpPr>
            <a:spLocks noGrp="1"/>
          </p:cNvSpPr>
          <p:nvPr>
            <p:ph idx="1"/>
          </p:nvPr>
        </p:nvSpPr>
        <p:spPr/>
        <p:txBody>
          <a:bodyPr/>
          <a:lstStyle/>
          <a:p>
            <a:r>
              <a:t>Laser printers use toner for fast and clean prints. Inkjet printers spray ink, great for color images. Digital printers combine advanced imaging for high-quality results.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Devices: Laptop, Desktop, and Server</a:t>
            </a:r>
          </a:p>
        </p:txBody>
      </p:sp>
      <p:sp>
        <p:nvSpPr>
          <p:cNvPr id="3" name="Content Placeholder 2"/>
          <p:cNvSpPr>
            <a:spLocks noGrp="1"/>
          </p:cNvSpPr>
          <p:nvPr>
            <p:ph idx="1"/>
          </p:nvPr>
        </p:nvSpPr>
        <p:spPr/>
        <p:txBody>
          <a:bodyPr/>
          <a:lstStyle/>
          <a:p>
            <a:r>
              <a:t>Laptops are portable computers with built-in screens and batteries. Desktops are stationary systems for higher performance. Servers handle multiple clients and manage resources on a network.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Center Concepts</a:t>
            </a:r>
          </a:p>
        </p:txBody>
      </p:sp>
      <p:sp>
        <p:nvSpPr>
          <p:cNvPr id="3" name="Content Placeholder 2"/>
          <p:cNvSpPr>
            <a:spLocks noGrp="1"/>
          </p:cNvSpPr>
          <p:nvPr>
            <p:ph idx="1"/>
          </p:nvPr>
        </p:nvSpPr>
        <p:spPr/>
        <p:txBody>
          <a:bodyPr/>
          <a:lstStyle/>
          <a:p>
            <a:r>
              <a:t>A Data Center houses servers and networking equipment. It provides power, cooling, and connectivity for reliable operation.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Cooling Techniques</a:t>
            </a:r>
          </a:p>
        </p:txBody>
      </p:sp>
      <p:sp>
        <p:nvSpPr>
          <p:cNvPr id="3" name="Content Placeholder 2"/>
          <p:cNvSpPr>
            <a:spLocks noGrp="1"/>
          </p:cNvSpPr>
          <p:nvPr>
            <p:ph idx="1"/>
          </p:nvPr>
        </p:nvSpPr>
        <p:spPr/>
        <p:txBody>
          <a:bodyPr/>
          <a:lstStyle/>
          <a:p>
            <a:r>
              <a:t>Servers generate heat, so cooling is essential. Methods include air conditioning, liquid cooling, and airflow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Cloud Data Center</a:t>
            </a:r>
          </a:p>
        </p:txBody>
      </p:sp>
      <p:sp>
        <p:nvSpPr>
          <p:cNvPr id="3" name="Content Placeholder 2"/>
          <p:cNvSpPr>
            <a:spLocks noGrp="1"/>
          </p:cNvSpPr>
          <p:nvPr>
            <p:ph idx="1"/>
          </p:nvPr>
        </p:nvSpPr>
        <p:spPr/>
        <p:txBody>
          <a:bodyPr/>
          <a:lstStyle/>
          <a:p>
            <a:r>
              <a:t>Cloud data centers allow organizations to store and access data remotely. Examples: AWS, Azure, Google Cloud. They provide scalability and high availability.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NAS (Network Attached Storage)</a:t>
            </a:r>
          </a:p>
        </p:txBody>
      </p:sp>
      <p:sp>
        <p:nvSpPr>
          <p:cNvPr id="3" name="Content Placeholder 2"/>
          <p:cNvSpPr>
            <a:spLocks noGrp="1"/>
          </p:cNvSpPr>
          <p:nvPr>
            <p:ph idx="1"/>
          </p:nvPr>
        </p:nvSpPr>
        <p:spPr/>
        <p:txBody>
          <a:bodyPr/>
          <a:lstStyle/>
          <a:p>
            <a:r>
              <a:t>NAS is a shared storage device connected to a network. Users can access files from multiple systems. Example: office file servers.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SAN (Storage Area Network)</a:t>
            </a:r>
          </a:p>
        </p:txBody>
      </p:sp>
      <p:sp>
        <p:nvSpPr>
          <p:cNvPr id="3" name="Content Placeholder 2"/>
          <p:cNvSpPr>
            <a:spLocks noGrp="1"/>
          </p:cNvSpPr>
          <p:nvPr>
            <p:ph idx="1"/>
          </p:nvPr>
        </p:nvSpPr>
        <p:spPr/>
        <p:txBody>
          <a:bodyPr/>
          <a:lstStyle/>
          <a:p>
            <a:r>
              <a:t>SAN connects multiple storage devices for high-speed access. Used in large organizations and data centers.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BIOS (Basic Input/Output System)</a:t>
            </a:r>
          </a:p>
        </p:txBody>
      </p:sp>
      <p:sp>
        <p:nvSpPr>
          <p:cNvPr id="3" name="Content Placeholder 2"/>
          <p:cNvSpPr>
            <a:spLocks noGrp="1"/>
          </p:cNvSpPr>
          <p:nvPr>
            <p:ph idx="1"/>
          </p:nvPr>
        </p:nvSpPr>
        <p:spPr/>
        <p:txBody>
          <a:bodyPr/>
          <a:lstStyle/>
          <a:p>
            <a:r>
              <a:t>BIOS initializes hardware when you turn on the computer. It checks RAM, CPU, and drives before loading the OS.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Booting Process</a:t>
            </a:r>
          </a:p>
        </p:txBody>
      </p:sp>
      <p:sp>
        <p:nvSpPr>
          <p:cNvPr id="3" name="Content Placeholder 2"/>
          <p:cNvSpPr>
            <a:spLocks noGrp="1"/>
          </p:cNvSpPr>
          <p:nvPr>
            <p:ph idx="1"/>
          </p:nvPr>
        </p:nvSpPr>
        <p:spPr/>
        <p:txBody>
          <a:bodyPr/>
          <a:lstStyle/>
          <a:p>
            <a:r>
              <a:t>Booting means loading the operating system into memory. It involves POST, BIOS checks, and loading system files.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Operating Systems</a:t>
            </a:r>
          </a:p>
        </p:txBody>
      </p:sp>
      <p:sp>
        <p:nvSpPr>
          <p:cNvPr id="3" name="Content Placeholder 2"/>
          <p:cNvSpPr>
            <a:spLocks noGrp="1"/>
          </p:cNvSpPr>
          <p:nvPr>
            <p:ph idx="1"/>
          </p:nvPr>
        </p:nvSpPr>
        <p:spPr/>
        <p:txBody>
          <a:bodyPr/>
          <a:lstStyle/>
          <a:p>
            <a:r>
              <a:t>An operating system manages hardware and software. Examples: Windows, Linux, macOS. It provides a user interface and controls resource allocation.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Software</a:t>
            </a:r>
          </a:p>
        </p:txBody>
      </p:sp>
      <p:sp>
        <p:nvSpPr>
          <p:cNvPr id="3" name="Content Placeholder 2"/>
          <p:cNvSpPr>
            <a:spLocks noGrp="1"/>
          </p:cNvSpPr>
          <p:nvPr>
            <p:ph idx="1"/>
          </p:nvPr>
        </p:nvSpPr>
        <p:spPr/>
        <p:txBody>
          <a:bodyPr/>
          <a:lstStyle/>
          <a:p>
            <a:r>
              <a:t>Software categories:</a:t>
            </a:r>
          </a:p>
          <a:p>
            <a:r>
              <a:t>• Client OS – used by end-users</a:t>
            </a:r>
          </a:p>
          <a:p>
            <a:r>
              <a:t>• Server OS – runs on servers</a:t>
            </a:r>
          </a:p>
          <a:p>
            <a:r>
              <a:t>• Utility software – system maintenance tools</a:t>
            </a:r>
          </a:p>
          <a:p>
            <a:r>
              <a:t>• Application software – everyday apps like MS Word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Client Operating Systems</a:t>
            </a:r>
          </a:p>
        </p:txBody>
      </p:sp>
      <p:sp>
        <p:nvSpPr>
          <p:cNvPr id="3" name="Content Placeholder 2"/>
          <p:cNvSpPr>
            <a:spLocks noGrp="1"/>
          </p:cNvSpPr>
          <p:nvPr>
            <p:ph idx="1"/>
          </p:nvPr>
        </p:nvSpPr>
        <p:spPr/>
        <p:txBody>
          <a:bodyPr/>
          <a:lstStyle/>
          <a:p>
            <a:r>
              <a:t>Client OS examples: Windows 10, Ubuntu Desktop. Used on personal computers to perform user tasks.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Server Operating Systems</a:t>
            </a:r>
          </a:p>
        </p:txBody>
      </p:sp>
      <p:sp>
        <p:nvSpPr>
          <p:cNvPr id="3" name="Content Placeholder 2"/>
          <p:cNvSpPr>
            <a:spLocks noGrp="1"/>
          </p:cNvSpPr>
          <p:nvPr>
            <p:ph idx="1"/>
          </p:nvPr>
        </p:nvSpPr>
        <p:spPr/>
        <p:txBody>
          <a:bodyPr/>
          <a:lstStyle/>
          <a:p>
            <a:r>
              <a:t>Server OS examples: Windows Server, Red Hat Enterprise Linux. They manage users, resources, and data on networks.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Domain Network Introduction</a:t>
            </a:r>
          </a:p>
        </p:txBody>
      </p:sp>
      <p:sp>
        <p:nvSpPr>
          <p:cNvPr id="3" name="Content Placeholder 2"/>
          <p:cNvSpPr>
            <a:spLocks noGrp="1"/>
          </p:cNvSpPr>
          <p:nvPr>
            <p:ph idx="1"/>
          </p:nvPr>
        </p:nvSpPr>
        <p:spPr/>
        <p:txBody>
          <a:bodyPr/>
          <a:lstStyle/>
          <a:p>
            <a:r>
              <a:t>A domain network connects many computers under a single controller. It allows centralized management of users and devices.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Active Directory</a:t>
            </a:r>
          </a:p>
        </p:txBody>
      </p:sp>
      <p:sp>
        <p:nvSpPr>
          <p:cNvPr id="3" name="Content Placeholder 2"/>
          <p:cNvSpPr>
            <a:spLocks noGrp="1"/>
          </p:cNvSpPr>
          <p:nvPr>
            <p:ph idx="1"/>
          </p:nvPr>
        </p:nvSpPr>
        <p:spPr/>
        <p:txBody>
          <a:bodyPr/>
          <a:lstStyle/>
          <a:p>
            <a:r>
              <a:t>Active Directory stores information about users and systems. Admins use it to control access and permissions in Windows networks.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Workgroup Network</a:t>
            </a:r>
          </a:p>
        </p:txBody>
      </p:sp>
      <p:sp>
        <p:nvSpPr>
          <p:cNvPr id="3" name="Content Placeholder 2"/>
          <p:cNvSpPr>
            <a:spLocks noGrp="1"/>
          </p:cNvSpPr>
          <p:nvPr>
            <p:ph idx="1"/>
          </p:nvPr>
        </p:nvSpPr>
        <p:spPr/>
        <p:txBody>
          <a:bodyPr/>
          <a:lstStyle/>
          <a:p>
            <a:r>
              <a:t>In a workgroup, each computer manages its own resources. It’s suitable for small offices without a central server.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Device Drivers</a:t>
            </a:r>
          </a:p>
        </p:txBody>
      </p:sp>
      <p:sp>
        <p:nvSpPr>
          <p:cNvPr id="3" name="Content Placeholder 2"/>
          <p:cNvSpPr>
            <a:spLocks noGrp="1"/>
          </p:cNvSpPr>
          <p:nvPr>
            <p:ph idx="1"/>
          </p:nvPr>
        </p:nvSpPr>
        <p:spPr/>
        <p:txBody>
          <a:bodyPr/>
          <a:lstStyle/>
          <a:p>
            <a:r>
              <a:t>Drivers are small programs that let hardware talk to the operating system. Without drivers, devices like printers or webcams won’t function.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Concept and Troubleshooting</a:t>
            </a:r>
          </a:p>
        </p:txBody>
      </p:sp>
      <p:sp>
        <p:nvSpPr>
          <p:cNvPr id="3" name="Content Placeholder 2"/>
          <p:cNvSpPr>
            <a:spLocks noGrp="1"/>
          </p:cNvSpPr>
          <p:nvPr>
            <p:ph idx="1"/>
          </p:nvPr>
        </p:nvSpPr>
        <p:spPr/>
        <p:txBody>
          <a:bodyPr/>
          <a:lstStyle/>
          <a:p>
            <a:r>
              <a:t>Troubleshooting involves identifying and fixing hardware or software issues. Common steps: check cables, restart system, reinstall drivers.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