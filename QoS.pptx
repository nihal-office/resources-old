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of Service (QoS)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&amp; Student-Friendly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QoS = Quality of Service.</a:t>
            </a:r>
          </a:p>
          <a:p>
            <a:pPr>
              <a:defRPr sz="2000"/>
            </a:pPr>
            <a:r>
              <a:t>Used to give priority to important network traffic.</a:t>
            </a:r>
          </a:p>
          <a:p>
            <a:pPr>
              <a:defRPr sz="2000"/>
            </a:pPr>
            <a:r>
              <a:t>Helps ensure smooth voice, video, and real‑time applications.</a:t>
            </a:r>
          </a:p>
          <a:p>
            <a:pPr>
              <a:defRPr sz="2000"/>
            </a:pPr>
            <a:r>
              <a:t>Prevents lag during heavy network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QoS is Needed (VoIP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Voice calls need low delay and stable connection.</a:t>
            </a:r>
          </a:p>
          <a:p>
            <a:pPr>
              <a:defRPr sz="2000"/>
            </a:pPr>
            <a:r>
              <a:t>Without QoS, voice becomes choppy during congestion.</a:t>
            </a:r>
          </a:p>
          <a:p>
            <a:pPr>
              <a:defRPr sz="2000"/>
            </a:pPr>
            <a:r>
              <a:t>QoS ensures voice packets get priority.</a:t>
            </a:r>
          </a:p>
          <a:p>
            <a:pPr>
              <a:defRPr sz="2000"/>
            </a:pPr>
            <a:r>
              <a:t>Also important for gaming, video meetings, CCTV,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Classifying data into groups (voice, video, browsing, downloads).</a:t>
            </a:r>
          </a:p>
          <a:p>
            <a:pPr>
              <a:defRPr sz="2000"/>
            </a:pPr>
            <a:r>
              <a:t>Allows the network to handle each type differently.</a:t>
            </a:r>
          </a:p>
          <a:p>
            <a:pPr>
              <a:defRPr sz="2000"/>
            </a:pPr>
            <a:r>
              <a:t>Example: Voice = highest priority, browsing = normal.</a:t>
            </a:r>
          </a:p>
          <a:p>
            <a:pPr>
              <a:defRPr sz="2000"/>
            </a:pPr>
            <a:r>
              <a:t>Classification is the first step before applying QoS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Marking (IPP &amp; DSCP)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IPP (older system) marks packets with 0–7 priority values.</a:t>
            </a:r>
          </a:p>
          <a:p>
            <a:pPr>
              <a:defRPr sz="2000"/>
            </a:pPr>
            <a:r>
              <a:t>DSCP (modern system) uses 0–63 values for fine control.</a:t>
            </a:r>
          </a:p>
          <a:p>
            <a:pPr>
              <a:defRPr sz="2000"/>
            </a:pPr>
            <a:r>
              <a:t>Higher DSCP value = higher priority.</a:t>
            </a:r>
          </a:p>
          <a:p>
            <a:pPr>
              <a:defRPr sz="2000"/>
            </a:pPr>
            <a:r>
              <a:t>Routers treat DSCP‑marked packets differently.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Routers create queues when traffic is high.</a:t>
            </a:r>
          </a:p>
          <a:p>
            <a:pPr>
              <a:defRPr sz="2000"/>
            </a:pPr>
            <a:r>
              <a:t>Important packets (voice/video) go to fast queues.</a:t>
            </a:r>
          </a:p>
          <a:p>
            <a:pPr>
              <a:defRPr sz="2000"/>
            </a:pPr>
            <a:r>
              <a:t>Less important packets wait in slower queues.</a:t>
            </a:r>
          </a:p>
          <a:p>
            <a:pPr>
              <a:defRPr sz="2000"/>
            </a:pPr>
            <a:r>
              <a:t>Prevents delays for real‑time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Policing vs Shaping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Policing: Enforces speed limit; drops extra packets.</a:t>
            </a:r>
          </a:p>
          <a:p>
            <a:pPr>
              <a:defRPr sz="2000"/>
            </a:pPr>
            <a:r>
              <a:t>Shaping: Slows traffic smoothly using buffering.</a:t>
            </a:r>
          </a:p>
          <a:p>
            <a:pPr>
              <a:defRPr sz="2000"/>
            </a:pPr>
            <a:r>
              <a:t>Example: ISPs police speeds (hard limit).</a:t>
            </a:r>
          </a:p>
          <a:p>
            <a:pPr>
              <a:defRPr sz="2000"/>
            </a:pPr>
            <a:r>
              <a:t>Companies shape downloads to protect VoIP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Trusted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Point where the network trusts packet markings.</a:t>
            </a:r>
          </a:p>
          <a:p>
            <a:pPr>
              <a:defRPr sz="2000"/>
            </a:pPr>
            <a:r>
              <a:t>Usually the access switch marks IP phone traffic.</a:t>
            </a:r>
          </a:p>
          <a:p>
            <a:pPr>
              <a:defRPr sz="2000"/>
            </a:pPr>
            <a:r>
              <a:t>Prevents users from marking their traffic as 'high priority'.</a:t>
            </a:r>
          </a:p>
          <a:p>
            <a:pPr>
              <a:defRPr sz="2000"/>
            </a:pPr>
            <a:r>
              <a:t>Ensures QoS labeling remains honest across the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QoS gives priority to important traffic like voice/video.</a:t>
            </a:r>
          </a:p>
          <a:p>
            <a:pPr>
              <a:defRPr sz="2000"/>
            </a:pPr>
            <a:r>
              <a:t>Uses classification, marking, queuing, policing, shaping.</a:t>
            </a:r>
          </a:p>
          <a:p>
            <a:pPr>
              <a:defRPr sz="2000"/>
            </a:pPr>
            <a:r>
              <a:t>DSCP is the main marking method today.</a:t>
            </a:r>
          </a:p>
          <a:p>
            <a:pPr>
              <a:defRPr sz="2000"/>
            </a:pPr>
            <a:r>
              <a:t>Essential for VoIP, video calls, gaming, and smooth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