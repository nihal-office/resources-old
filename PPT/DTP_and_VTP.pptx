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Dynamic Trunking Protocol (DTP) &amp; VLAN Trunking Protocol (VTP)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their Purpose, Usage, and Relevance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DTP?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DTP (Dynamic Trunking Protocol) is a Cisco proprietary protocol.</a:t>
            </a:r>
          </a:p>
          <a:p>
            <a:pPr>
              <a:defRPr sz="1800"/>
            </a:pPr>
            <a:r>
              <a:t>• It automatically negotiates trunking between two switches.</a:t>
            </a:r>
          </a:p>
          <a:p>
            <a:pPr>
              <a:defRPr sz="1800"/>
            </a:pPr>
            <a:r>
              <a:t>• Helps form trunk links dynamically without manual configuration.</a:t>
            </a:r>
          </a:p>
          <a:p>
            <a:pPr>
              <a:defRPr sz="1800"/>
            </a:pPr>
            <a:r>
              <a:t>• Common modes: dynamic auto, dynamic desirable, trunk, and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DTP was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Simplifies trunk configuration — no need to manually set trunk mode.</a:t>
            </a:r>
          </a:p>
          <a:p>
            <a:pPr>
              <a:defRPr sz="1800"/>
            </a:pPr>
            <a:r>
              <a:t>• Makes it easier for switches to connect and share VLAN traffic.</a:t>
            </a:r>
          </a:p>
          <a:p>
            <a:pPr>
              <a:defRPr sz="1800"/>
            </a:pPr>
            <a:r>
              <a:t>• Reduced setup time in older Cisco-only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DTP is Rarely Used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Security risk — automatic negotiation can be exploited by attackers.</a:t>
            </a:r>
          </a:p>
          <a:p>
            <a:pPr>
              <a:defRPr sz="1800"/>
            </a:pPr>
            <a:r>
              <a:t>• Unauthorized devices can gain trunk access.</a:t>
            </a:r>
          </a:p>
          <a:p>
            <a:pPr>
              <a:defRPr sz="1800"/>
            </a:pPr>
            <a:r>
              <a:t>• Modern best practice: manually configure trunking and disable DTP.</a:t>
            </a:r>
          </a:p>
          <a:p>
            <a:pPr>
              <a:defRPr sz="1800"/>
            </a:pPr>
            <a:r>
              <a:t>• Use ‘switchport nonegotiate’ command to disable DTP.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VTP?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VTP (VLAN Trunking Protocol) is another Cisco proprietary protocol.</a:t>
            </a:r>
          </a:p>
          <a:p>
            <a:pPr>
              <a:defRPr sz="1800"/>
            </a:pPr>
            <a:r>
              <a:t>• It helps manage VLAN configurations across multiple switches.</a:t>
            </a:r>
          </a:p>
          <a:p>
            <a:pPr>
              <a:defRPr sz="1800"/>
            </a:pPr>
            <a:r>
              <a:t>• VTP propagates VLAN information (like names and IDs) from one switch to others.</a:t>
            </a:r>
          </a:p>
          <a:p>
            <a:pPr>
              <a:defRPr sz="1800"/>
            </a:pPr>
            <a:r>
              <a:t>• Modes: Server, Client, and Transparent.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VTP was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Centralized VLAN management — configure VLANs once, apply everywhere.</a:t>
            </a:r>
          </a:p>
          <a:p>
            <a:pPr>
              <a:defRPr sz="1800"/>
            </a:pPr>
            <a:r>
              <a:t>• Reduces administrative overhead.</a:t>
            </a:r>
          </a:p>
          <a:p>
            <a:pPr>
              <a:defRPr sz="1800"/>
            </a:pPr>
            <a:r>
              <a:t>• Ideal for large Cisco networks with many switches.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VTP is Rarely Used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Can cause major network outages if VLAN database is overwritten.</a:t>
            </a:r>
          </a:p>
          <a:p>
            <a:pPr>
              <a:defRPr sz="1800"/>
            </a:pPr>
            <a:r>
              <a:t>• Risk of VLAN deletion due to version mismatches or misconfigurations.</a:t>
            </a:r>
          </a:p>
          <a:p>
            <a:pPr>
              <a:defRPr sz="1800"/>
            </a:pPr>
            <a:r>
              <a:t>• Modern practice: manually manage VLANs or use automation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Manually configure VLANs and trunk ports for better control.</a:t>
            </a:r>
          </a:p>
          <a:p>
            <a:pPr>
              <a:defRPr sz="1800"/>
            </a:pPr>
            <a:r>
              <a:t>• Disable DTP using ‘switchport nonegotiate’.</a:t>
            </a:r>
          </a:p>
          <a:p>
            <a:pPr>
              <a:defRPr sz="1800"/>
            </a:pPr>
            <a:r>
              <a:t>• Use VTP Transparent mode or avoid VTP entirely in multi-vendor networks.</a:t>
            </a:r>
          </a:p>
          <a:p>
            <a:pPr>
              <a:defRPr sz="1800"/>
            </a:pPr>
            <a:r>
              <a:t>• Use network automation tools for consistency and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DTP and VTP were designed to simplify VLAN and trunk configuration.</a:t>
            </a:r>
          </a:p>
          <a:p>
            <a:pPr>
              <a:defRPr sz="1800"/>
            </a:pPr>
            <a:r>
              <a:t>• Both are Cisco proprietary and were useful in older environments.</a:t>
            </a:r>
          </a:p>
          <a:p>
            <a:pPr>
              <a:defRPr sz="1800"/>
            </a:pPr>
            <a:r>
              <a:t>• Security and stability issues led to reduced use today.</a:t>
            </a:r>
          </a:p>
          <a:p>
            <a:pPr>
              <a:defRPr sz="1800"/>
            </a:pPr>
            <a:r>
              <a:t>• Modern networks rely on manual configuration and automation instead.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