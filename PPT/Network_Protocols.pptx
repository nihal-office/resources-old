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Protocols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TCP/IP Protocol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TCP/IP (Transmission Control Protocol/Internet Protocol) is a suite of communication protocols used to interconnect network devices on the internet.</a:t>
            </a:r>
          </a:p>
          <a:p>
            <a:pPr/>
            <a:r>
              <a:t>It defines how data should be packetized, addressed, transmitted, routed, and received.</a:t>
            </a:r>
          </a:p>
          <a:p>
            <a:pPr/>
            <a:r>
              <a:t>It consists of four layers: Network Interface, Internet, Transport, and Application layers.</a:t>
            </a:r>
          </a:p>
          <a:p>
            <a:pPr/>
            <a:r>
              <a:t>Each layer handles a specific aspect of communication and interacts with the layers directly above and below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Common Network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HTTP/HTTPS: Protocols for transferring web pages between client and server.</a:t>
            </a:r>
          </a:p>
          <a:p>
            <a:pPr/>
            <a:r>
              <a:t>FTP/SFTP: Used for transferring files between systems.</a:t>
            </a:r>
          </a:p>
          <a:p>
            <a:pPr/>
            <a:r>
              <a:t>SMTP, POP3, IMAP4: Email transmission and retrieval protocols.</a:t>
            </a:r>
          </a:p>
          <a:p>
            <a:pPr/>
            <a:r>
              <a:t>DNS: Translates domain names into IP addresses.</a:t>
            </a:r>
          </a:p>
          <a:p>
            <a:pPr/>
            <a:r>
              <a:t>DHCP: Dynamically assigns IP addresses to network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Communication and Remote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TELNET: Allows remote login to network devices but transmits data in plaintext.</a:t>
            </a:r>
          </a:p>
          <a:p>
            <a:pPr/>
            <a:r>
              <a:t>SSH: A secure alternative to Telnet that encrypts communication.</a:t>
            </a:r>
          </a:p>
          <a:p>
            <a:pPr/>
            <a:r>
              <a:t>SSL/TLS: Ensures encrypted data transmission over the network (used in HTTPS).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and Network Layer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TCP: Reliable, connection-oriented protocol ensuring error-free delivery.</a:t>
            </a:r>
          </a:p>
          <a:p>
            <a:pPr/>
            <a:r>
              <a:t>UDP: Connectionless protocol used for faster, lightweight communication.</a:t>
            </a:r>
          </a:p>
          <a:p>
            <a:pPr/>
            <a:r>
              <a:t>IPv4: Defines addressing and routing for internet traffic.</a:t>
            </a:r>
          </a:p>
          <a:p>
            <a:pPr/>
            <a:r>
              <a:t>ARP: Resolves IP addresses to MAC addresses within a local network.</a:t>
            </a:r>
          </a:p>
          <a:p>
            <a:pPr/>
            <a:r>
              <a:t>ICMP: Used for network diagnostics (e.g., ping command).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Access Control (MAC)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CSMA/CD (Carrier Sense Multiple Access with Collision Detection): Used in wired Ethernet networks to detect and handle packet collisions.</a:t>
            </a:r>
          </a:p>
          <a:p>
            <a:pPr/>
            <a:r>
              <a:t>CSMA/CA (Carrier Sense Multiple Access with Collision Avoidance): Used in wireless networks (Wi-Fi) to minimize collision risk before transmission.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