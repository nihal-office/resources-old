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Network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+ SELinux</a:t>
            </a:r>
          </a:p>
          <a:p>
            <a:r>
              <a:t>Practical Linux System Administration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Network Security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Services exposed to network</a:t>
            </a:r>
          </a:p>
          <a:p>
            <a:r>
              <a:t>Misconfiguration causes breaches</a:t>
            </a:r>
          </a:p>
          <a:p>
            <a:r>
              <a:t>Admins must control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Network 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Deciding which traffic is allowed</a:t>
            </a:r>
          </a:p>
          <a:p>
            <a:r>
              <a:t>Blocking everything else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Security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– controls traffic</a:t>
            </a:r>
          </a:p>
          <a:p>
            <a:r>
              <a:t>SELinux – controls application behavior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= building gate</a:t>
            </a:r>
          </a:p>
          <a:p>
            <a:r>
              <a:t>SELinux = room-level guard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servers</a:t>
            </a:r>
          </a:p>
          <a:p>
            <a:r>
              <a:t>Database servers</a:t>
            </a:r>
          </a:p>
          <a:p>
            <a:r>
              <a:t>Admin access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ports</a:t>
            </a:r>
          </a:p>
          <a:p>
            <a:r>
              <a:t>Allow IPs</a:t>
            </a:r>
          </a:p>
          <a:p>
            <a:r>
              <a:t>Block unwanted traffic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Firewall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Deny by default</a:t>
            </a:r>
          </a:p>
          <a:p>
            <a:r>
              <a:t>Allow only required traffic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Ubuntu Firewall – ufw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beginner friendly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Firewall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Enable Firewall Safely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allow ssh</a:t>
            </a:r>
          </a:p>
          <a:p>
            <a:r>
              <a:t>ufw enable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Web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allow 80</a:t>
            </a:r>
          </a:p>
          <a:p>
            <a:r>
              <a:t>ufw allow 443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Restrict SSH to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ufw allow from 192.168.1.10 to any port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Firewall – firewalld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on RHEL/CentOS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firewalld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HTTP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--add-service=http --permanent</a:t>
            </a:r>
          </a:p>
          <a:p>
            <a:r>
              <a:t>firewall-cmd --reload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Custom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firewall-cmd --add-port=8080/tcp --permanent</a:t>
            </a:r>
          </a:p>
          <a:p>
            <a:r>
              <a:t>firewall-cmd --reload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Firewall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Opening unnecessary ports</a:t>
            </a:r>
          </a:p>
          <a:p>
            <a:r>
              <a:t>Forgetting SSH rule</a:t>
            </a:r>
          </a:p>
          <a:p>
            <a:r>
              <a:t>Not reloading rules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SELinux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allows traffic</a:t>
            </a:r>
          </a:p>
          <a:p>
            <a:r>
              <a:t>SELinux allows or denies action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 Network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connecting to database</a:t>
            </a:r>
          </a:p>
          <a:p>
            <a:r>
              <a:t>Firewall open but SELinux blocks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 SELinux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setsebool -P httpd_can_network_connect_db 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SELinux Port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Restricts which ports services bind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Allowed 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semanage port -l | grep http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Allow Custom 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semanage port -a -t http_port_t -p tcp 8080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Security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Firewall + SELinux together</a:t>
            </a:r>
          </a:p>
          <a:p>
            <a:r>
              <a:t>One protects if other fails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service</a:t>
            </a:r>
          </a:p>
          <a:p>
            <a:r>
              <a:t>Check firewall</a:t>
            </a:r>
          </a:p>
          <a:p>
            <a:r>
              <a:t>Check SELinux logs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 -tuln</a:t>
            </a:r>
          </a:p>
          <a:p>
            <a:r>
              <a:t>journalctl | grep AVC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Incidents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Exposed database</a:t>
            </a:r>
          </a:p>
          <a:p>
            <a:r>
              <a:t>Disabled SELinux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 ports</a:t>
            </a:r>
          </a:p>
          <a:p>
            <a:r>
              <a:t>SELinux enforcing</a:t>
            </a:r>
          </a:p>
          <a:p>
            <a:r>
              <a:t>Audit logs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not allowed, it should not exist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security is layered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