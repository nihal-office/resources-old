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Improve Command Line Productivity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Linux System Administration</a:t>
            </a:r>
          </a:p>
          <a:p>
            <a:r>
              <a:t>Practical &amp; Real-World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Command Line Productivity?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Doing more with fewer commands</a:t>
            </a:r>
          </a:p>
          <a:p>
            <a:r>
              <a:t>Reducing typing</a:t>
            </a:r>
          </a:p>
          <a:p>
            <a:r>
              <a:t>Reducing mistakes</a:t>
            </a:r>
          </a:p>
          <a:p>
            <a:r>
              <a:t>Working faster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Sysadmin Mindset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Good admins type less</a:t>
            </a:r>
          </a:p>
          <a:p>
            <a:r>
              <a:t>They think more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Command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history</a:t>
            </a:r>
          </a:p>
          <a:p>
            <a:r>
              <a:t>!! – last command</a:t>
            </a:r>
          </a:p>
          <a:p>
            <a:r>
              <a:t>!number – run specific command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Reverse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Ctrl + R</a:t>
            </a:r>
          </a:p>
          <a:p>
            <a:r>
              <a:t>Search command history instantly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Cursor Movement Shortcuts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Ctrl+A – start of line</a:t>
            </a:r>
          </a:p>
          <a:p>
            <a:r>
              <a:t>Ctrl+E – end of line</a:t>
            </a:r>
          </a:p>
          <a:p>
            <a:r>
              <a:t>Ctrl+U – delete before cursor</a:t>
            </a:r>
          </a:p>
          <a:p>
            <a:r>
              <a:t>Ctrl+K – delete after cursor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 Completion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Press TAB</a:t>
            </a:r>
          </a:p>
          <a:p>
            <a:r>
              <a:t>Auto-completes commands and paths</a:t>
            </a:r>
          </a:p>
          <a:p>
            <a:r>
              <a:t>Prevents typing errors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Aliases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alias ll='ls -lah'</a:t>
            </a:r>
          </a:p>
          <a:p>
            <a:r>
              <a:t>Shortcuts for long commands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Permanent Aliases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aliases to ~/.bashrc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Pipes |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Send output of one command to another</a:t>
            </a:r>
          </a:p>
          <a:p>
            <a:r>
              <a:t>Filter information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ps aux | grep nginx</a:t>
            </a:r>
          </a:p>
          <a:p>
            <a:r>
              <a:t>df -h | grep sda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&gt; – overwrite file</a:t>
            </a:r>
          </a:p>
          <a:p>
            <a:r>
              <a:t>&gt;&gt; – append file</a:t>
            </a:r>
          </a:p>
          <a:p>
            <a:r>
              <a:t>2&gt; – error output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grep – Find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grep error logfile</a:t>
            </a:r>
          </a:p>
          <a:p>
            <a:r>
              <a:t>grep -i error logfile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Combining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journalctl -u sshd | grep Failed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 &amp;</a:t>
            </a:r>
          </a:p>
          <a:p>
            <a:r>
              <a:t>jobs</a:t>
            </a:r>
          </a:p>
          <a:p>
            <a:r>
              <a:t>fg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Bash Scripting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repeated tasks</a:t>
            </a:r>
          </a:p>
          <a:p>
            <a:r>
              <a:t>Scripts never forget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Script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df -h &gt; report.txt</a:t>
            </a:r>
          </a:p>
          <a:p>
            <a:r>
              <a:t>date &gt;&gt; report.txt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env</a:t>
            </a:r>
          </a:p>
          <a:p>
            <a:r>
              <a:t>export EDITOR=vim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Disk full checks</a:t>
            </a:r>
          </a:p>
          <a:p>
            <a:r>
              <a:t>Security log analysis</a:t>
            </a:r>
          </a:p>
          <a:p>
            <a:r>
              <a:t>Backup verification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Bad Habits to Avoid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Re-typing commands</a:t>
            </a:r>
          </a:p>
          <a:p>
            <a:r>
              <a:t>Not using history</a:t>
            </a:r>
          </a:p>
          <a:p>
            <a:r>
              <a:t>No automation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Shell is a thinking interface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