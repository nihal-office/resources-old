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Network-Attached Storage (NFS)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 accessed over network</a:t>
            </a:r>
          </a:p>
          <a:p>
            <a:r>
              <a:t>One storage, many servers</a:t>
            </a:r>
          </a:p>
          <a:p>
            <a:r>
              <a:t>Appears like local disk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File System</a:t>
            </a:r>
          </a:p>
          <a:p>
            <a:r>
              <a:t>Linux-native file sharing</a:t>
            </a:r>
          </a:p>
          <a:p>
            <a:r>
              <a:t>Network becomes disk cable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servers shared uploads</a:t>
            </a:r>
          </a:p>
          <a:p>
            <a:r>
              <a:t>Central backup storage</a:t>
            </a:r>
          </a:p>
          <a:p>
            <a:r>
              <a:t>Shared home directories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NFS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NFS Server exports directories</a:t>
            </a:r>
          </a:p>
          <a:p>
            <a:r>
              <a:t>NFS Clients mount directories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NFS Server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nfs-kernel-server</a:t>
            </a:r>
          </a:p>
          <a:p>
            <a:r>
              <a:t>Create shared directory</a:t>
            </a:r>
          </a:p>
          <a:p>
            <a:r>
              <a:t>Configure /etc/exports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Share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mkdir /srv/shared</a:t>
            </a:r>
          </a:p>
          <a:p>
            <a:r>
              <a:t>chmod 755 /srv/shared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/srv/shared 192.168.1.0/24(rw,sync,no_subtree_check)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Exports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exportfs -ra</a:t>
            </a:r>
          </a:p>
          <a:p>
            <a:r>
              <a:t>exportfs -v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NFS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enable --now nfs-server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NFS Client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nfs-common or nfs-utils</a:t>
            </a:r>
          </a:p>
          <a:p>
            <a:r>
              <a:t>Create mount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Mount NFS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mount server_ip:/srv/shared /mnt/shared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file on server</a:t>
            </a:r>
          </a:p>
          <a:p>
            <a:r>
              <a:t>File visible on client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Mount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server_ip:/srv/shared /mnt/shared nfs defaults 0 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fstab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mount -a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NFS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rw / ro</a:t>
            </a:r>
          </a:p>
          <a:p>
            <a:r>
              <a:t>sync</a:t>
            </a:r>
          </a:p>
          <a:p>
            <a:r>
              <a:t>no_root_squash (dangerous)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 IPs</a:t>
            </a:r>
          </a:p>
          <a:p>
            <a:r>
              <a:t>Firewall rules</a:t>
            </a:r>
          </a:p>
          <a:p>
            <a:r>
              <a:t>Avoid wildcards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allow nfs</a:t>
            </a:r>
          </a:p>
          <a:p>
            <a:r>
              <a:t>firewall-cmd --add-service=nfs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NFS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Permission denied</a:t>
            </a:r>
          </a:p>
          <a:p>
            <a:r>
              <a:t>Mount hangs</a:t>
            </a:r>
          </a:p>
          <a:p>
            <a:r>
              <a:t>Files owned by nobody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Issues Happen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UID mismatch</a:t>
            </a:r>
          </a:p>
          <a:p>
            <a:r>
              <a:t>Firewall blocking</a:t>
            </a:r>
          </a:p>
          <a:p>
            <a:r>
              <a:t>Service down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NFS vs SMB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NFS for Linux</a:t>
            </a:r>
          </a:p>
          <a:p>
            <a:r>
              <a:t>SMB for Windows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NFS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Databases</a:t>
            </a:r>
          </a:p>
          <a:p>
            <a:r>
              <a:t>Untrusted networks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storage = shared risk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NFS enables shared storage</a:t>
            </a:r>
          </a:p>
          <a:p>
            <a:r>
              <a:t>Must be secured and monitored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