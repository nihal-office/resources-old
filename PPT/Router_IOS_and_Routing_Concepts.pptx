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Router IOS and Routing Concepts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complete guide to Cisco Router IOS and Routing Fundamentals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Router IOS Fundamentals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Cisco IOS (Internetwork Operating System) is the software used to control and manage Cisco routers and switches.</a:t>
            </a:r>
          </a:p>
          <a:p/>
          <a:p>
            <a:r>
              <a:t>Connection Methods:</a:t>
            </a:r>
          </a:p>
          <a:p>
            <a:r>
              <a:t>• Console Cable – Direct connection to the router for configuration.</a:t>
            </a:r>
          </a:p>
          <a:p>
            <a:r>
              <a:t>• AUX Connection – Remote access through a modem.</a:t>
            </a:r>
          </a:p>
          <a:p>
            <a:r>
              <a:t>• Putty Software – A terminal emulator used to connect to routers and switches via serial or SSH.</a:t>
            </a:r>
          </a:p>
          <a:p>
            <a:r>
              <a:t>• Packet Tracer – Cisco’s simulation software to practice network configurations.</a:t>
            </a:r>
          </a:p>
          <a:p/>
          <a:p>
            <a:r>
              <a:t>These tools allow engineers to interact with routers for setup, testing, and troubleshooting.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Understanding IOS Modes and Commands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Cisco IOS operates in multiple modes, each giving a different level of control:</a:t>
            </a:r>
          </a:p>
          <a:p>
            <a:r>
              <a:t>• User EXEC Mode – Basic monitoring, limited access.</a:t>
            </a:r>
          </a:p>
          <a:p>
            <a:r>
              <a:t>• Privileged EXEC Mode – Full monitoring and troubleshooting.</a:t>
            </a:r>
          </a:p>
          <a:p>
            <a:r>
              <a:t>• Global Configuration Mode – Used to configure device-wide settings.</a:t>
            </a:r>
          </a:p>
          <a:p/>
          <a:p>
            <a:r>
              <a:t>Common Commands:</a:t>
            </a:r>
          </a:p>
          <a:p>
            <a:r>
              <a:t>• show – Displays information (e.g., show ip interface brief).</a:t>
            </a:r>
          </a:p>
          <a:p>
            <a:r>
              <a:t>• copy – Copies configuration or system files.</a:t>
            </a:r>
          </a:p>
          <a:p>
            <a:r>
              <a:t>• erase/delete – Removes configuration files.</a:t>
            </a:r>
          </a:p>
          <a:p>
            <a:r>
              <a:t>• help – Provides syntax and command guidance.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Router Boot Process, Security, and Backup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Router Boot Process:</a:t>
            </a:r>
          </a:p>
          <a:p>
            <a:r>
              <a:t>1. POST (Power-On Self-Test) checks hardware.</a:t>
            </a:r>
          </a:p>
          <a:p>
            <a:r>
              <a:t>2. Bootstrap loads the IOS image from flash.</a:t>
            </a:r>
          </a:p>
          <a:p>
            <a:r>
              <a:t>3. Configuration loaded from NVRAM.</a:t>
            </a:r>
          </a:p>
          <a:p/>
          <a:p>
            <a:r>
              <a:t>Router Security:</a:t>
            </a:r>
          </a:p>
          <a:p>
            <a:r>
              <a:t>• Configure passwords for console, enable, and VTY lines.</a:t>
            </a:r>
          </a:p>
          <a:p>
            <a:r>
              <a:t>• Use ROMMON mode for recovery in emergencies.</a:t>
            </a:r>
          </a:p>
          <a:p/>
          <a:p>
            <a:r>
              <a:t>Backup &amp; Recovery:</a:t>
            </a:r>
          </a:p>
          <a:p>
            <a:r>
              <a:t>• Save configuration files to a TFTP server.</a:t>
            </a:r>
          </a:p>
          <a:p>
            <a:r>
              <a:t>• Restore IOS image from TFTP during recovery.</a:t>
            </a:r>
          </a:p>
          <a:p>
            <a:r>
              <a:t>• Always maintain a backup copy of the running configuration.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Routing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Routers forward packets between different networks based on IP addresses.</a:t>
            </a:r>
          </a:p>
          <a:p/>
          <a:p>
            <a:r>
              <a:t>Types of Routing:</a:t>
            </a:r>
          </a:p>
          <a:p>
            <a:r>
              <a:t>• Static Routing – Administrator manually adds routes.</a:t>
            </a:r>
          </a:p>
          <a:p>
            <a:r>
              <a:t>• Dynamic Routing – Routers exchange routes using routing protocols.</a:t>
            </a:r>
          </a:p>
          <a:p>
            <a:r>
              <a:t>• Default Routing – Used when no specific route is found.</a:t>
            </a:r>
          </a:p>
          <a:p/>
          <a:p>
            <a:r>
              <a:t>Static Routing Example:</a:t>
            </a:r>
          </a:p>
          <a:p>
            <a:r>
              <a:t>Router(config)# ip route 192.168.2.0 255.255.255.0 10.0.0.2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Dynamic Routing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Dynamic routing protocols automatically learn and update routes when network topology changes.</a:t>
            </a:r>
          </a:p>
          <a:p/>
          <a:p>
            <a:r>
              <a:t>Key Concepts:</a:t>
            </a:r>
          </a:p>
          <a:p>
            <a:r>
              <a:t>• Metric – A value that determines the best path (e.g., hop count, bandwidth).</a:t>
            </a:r>
          </a:p>
          <a:p>
            <a:r>
              <a:t>• Routing Algorithm – Determines how paths are calculated (e.g., Dijkstra, Bellman-Ford).</a:t>
            </a:r>
          </a:p>
          <a:p>
            <a:r>
              <a:t>• AS Number – Identifies a group of networks under one organization.</a:t>
            </a:r>
          </a:p>
          <a:p>
            <a:r>
              <a:t>• Administrative Distance (AD) – Used to choose between multiple routing sources.</a:t>
            </a:r>
          </a:p>
          <a:p/>
          <a:p>
            <a:r>
              <a:t>Routing Types:</a:t>
            </a:r>
          </a:p>
          <a:p>
            <a:r>
              <a:t>• Interior Routing (within AS): OSPF, RIP, EIGRP.</a:t>
            </a:r>
          </a:p>
          <a:p>
            <a:r>
              <a:t>• Exterior Routing (between AS): BGP.</a:t>
            </a:r>
          </a:p>
          <a:p/>
          <a:p>
            <a:r>
              <a:t>Example: OSPF dynamically calculates the shortest path using cost metrics.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