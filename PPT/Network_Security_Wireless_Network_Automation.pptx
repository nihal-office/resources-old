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Network Security, Wireless Networks, and Network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overview with practical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Firewalls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A firewall acts as a gatekeeper between internal and external networks, controlling traffic based on predefined rules. It helps prevent unauthorized access and defends against attacks.</a:t>
            </a:r>
            <a:br/>
            <a:br/>
            <a:r>
              <a:t>Types of Firewalls:</a:t>
            </a:r>
            <a:br/>
            <a:r>
              <a:t>• Packet-Filtering Firewalls</a:t>
            </a:r>
            <a:br/>
            <a:r>
              <a:t>• Stateful Inspection Firewalls</a:t>
            </a:r>
            <a:br/>
            <a:r>
              <a:t>• Proxy Firewalls</a:t>
            </a:r>
            <a:br/>
            <a:r>
              <a:t>• Next-Generation Firewalls (NGFW)</a:t>
            </a:r>
            <a:br/>
            <a:br/>
            <a:r>
              <a:t>Example: A company firewall blocks malicious IPs while allowing legitimate business traffic.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Security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Network security ensures protection of data and network infrastructure through layered defenses.</a:t>
            </a:r>
            <a:br/>
            <a:br/>
            <a:r>
              <a:t>Core Principles:</a:t>
            </a:r>
            <a:br/>
            <a:r>
              <a:t>• Confidentiality – Ensures only authorized users access data.</a:t>
            </a:r>
            <a:br/>
            <a:r>
              <a:t>• Integrity – Protects against data modification.</a:t>
            </a:r>
            <a:br/>
            <a:r>
              <a:t>• Availability – Keeps services accessible to authorized users.</a:t>
            </a:r>
            <a:br/>
            <a:br/>
            <a:r>
              <a:t>Examples:</a:t>
            </a:r>
            <a:br/>
            <a:r>
              <a:t>• VLAN segmentation reduces attack surface.</a:t>
            </a:r>
            <a:br/>
            <a:r>
              <a:t>• Intrusion Detection Systems (IDS) detect anomalies.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Wireless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Wireless networks connect devices without cables, using radio waves to transmit data.</a:t>
            </a:r>
            <a:br/>
            <a:br/>
            <a:r>
              <a:t>Components:</a:t>
            </a:r>
            <a:br/>
            <a:r>
              <a:t>• Access Points (APs) – Provide Wi-Fi access.</a:t>
            </a:r>
            <a:br/>
            <a:r>
              <a:t>• SSID – Identifies the network.</a:t>
            </a:r>
            <a:br/>
            <a:r>
              <a:t>• Frequencies – 2.4GHz (longer range) and 5GHz (faster speed).</a:t>
            </a:r>
            <a:br/>
            <a:br/>
            <a:r>
              <a:t>Challenges include interference, eavesdropping, and unauthorized access.</a:t>
            </a:r>
            <a:br/>
            <a:br/>
            <a:r>
              <a:t>Example: Office Wi-Fi secured with WPA2 ensures safe communication.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Wireless Security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Protocols protect data transmitted over wireless connections.</a:t>
            </a:r>
            <a:br/>
            <a:br/>
            <a:r>
              <a:t>• WEP – Outdated and insecure.</a:t>
            </a:r>
            <a:br/>
            <a:r>
              <a:t>• WPA – Improved encryption with TKIP.</a:t>
            </a:r>
            <a:br/>
            <a:r>
              <a:t>• WPA2 – Industry standard using AES encryption.</a:t>
            </a:r>
            <a:br/>
            <a:r>
              <a:t>• WPA3 – Latest protocol with robust encryption.</a:t>
            </a:r>
            <a:br/>
            <a:br/>
            <a:r>
              <a:t>EAP (Extensible Authentication Protocol) – Framework for enterprise authentication.</a:t>
            </a:r>
            <a:br/>
            <a:br/>
            <a:r>
              <a:t>Example: WPA2-Enterprise with EAP-TLS uses digital certificates for device authentication.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Wireless Integrity and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Integrity ensures that wireless data remains unchanged during transmission.</a:t>
            </a:r>
            <a:br/>
            <a:br/>
            <a:r>
              <a:t>Techniques include:</a:t>
            </a:r>
            <a:br/>
            <a:r>
              <a:t>• Cryptographic hash functions (e.g., SHA-256)</a:t>
            </a:r>
            <a:br/>
            <a:r>
              <a:t>• Message Authentication Codes (MAC)</a:t>
            </a:r>
            <a:br/>
            <a:r>
              <a:t>• Digital signatures</a:t>
            </a:r>
            <a:br/>
            <a:br/>
            <a:r>
              <a:t>Example: WPA2’s MIC (Message Integrity Check) prevents packet tampering attacks.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Automation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Network automation uses software and scripts to configure, manage, and monitor networks automatically.</a:t>
            </a:r>
            <a:br/>
            <a:br/>
            <a:r>
              <a:t>Benefits:</a:t>
            </a:r>
            <a:br/>
            <a:r>
              <a:t>• Faster deployments</a:t>
            </a:r>
            <a:br/>
            <a:r>
              <a:t>• Reduced human error</a:t>
            </a:r>
            <a:br/>
            <a:r>
              <a:t>• Consistent configuration management</a:t>
            </a:r>
            <a:br/>
            <a:br/>
            <a:r>
              <a:t>Popular tools include Ansible, Puppet, and Python.</a:t>
            </a:r>
            <a:br/>
            <a:br/>
            <a:r>
              <a:t>Example: Ansible automates firewall configuration across multiple branch offices.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YAML in Network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YAML (YAML Ain’t Markup Language) is widely used for configuration files due to its readability.</a:t>
            </a:r>
            <a:br/>
            <a:br/>
            <a:r>
              <a:t>Features:</a:t>
            </a:r>
            <a:br/>
            <a:r>
              <a:t>• Human-friendly syntax</a:t>
            </a:r>
            <a:br/>
            <a:r>
              <a:t>• Supports key-value pairs and lists</a:t>
            </a:r>
            <a:br/>
            <a:br/>
            <a:r>
              <a:t>Example:</a:t>
            </a:r>
            <a:br/>
            <a:r>
              <a:t>---</a:t>
            </a:r>
            <a:br/>
            <a:r>
              <a:t>- name: Configure Switch</a:t>
            </a:r>
            <a:br/>
            <a:r>
              <a:t>  hosts: switches</a:t>
            </a:r>
            <a:br/>
            <a:r>
              <a:t>  tasks:</a:t>
            </a:r>
            <a:br/>
            <a:r>
              <a:t>    - name: Set hostname</a:t>
            </a:r>
            <a:br/>
            <a:r>
              <a:t>      ios_config:</a:t>
            </a:r>
            <a:br/>
            <a:r>
              <a:t>        lines: hostname CoreSwitch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XML in Network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XML (Extensible Markup Language) structures and transports data, often used in NETCONF.</a:t>
            </a:r>
            <a:br/>
            <a:br/>
            <a:r>
              <a:t>Used for:</a:t>
            </a:r>
            <a:br/>
            <a:r>
              <a:t>• Network device configuration</a:t>
            </a:r>
            <a:br/>
            <a:r>
              <a:t>• API communication</a:t>
            </a:r>
            <a:br/>
            <a:br/>
            <a:r>
              <a:t>Example:</a:t>
            </a:r>
            <a:br/>
            <a:r>
              <a:t>&lt;interface&gt;</a:t>
            </a:r>
            <a:br/>
            <a:r>
              <a:t>  &lt;name&gt;GigabitEthernet0/1&lt;/name&gt;</a:t>
            </a:r>
            <a:br/>
            <a:r>
              <a:t>  &lt;enabled&gt;true&lt;/enabled&gt;</a:t>
            </a:r>
            <a:br/>
            <a:r>
              <a:t>&lt;/interface&gt;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JSON in Network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JSON (JavaScript Object Notation) is lightweight, readable, and commonly used for REST APIs.</a:t>
            </a:r>
            <a:br/>
            <a:br/>
            <a:r>
              <a:t>Benefits:</a:t>
            </a:r>
            <a:br/>
            <a:r>
              <a:t>• Easy to parse</a:t>
            </a:r>
            <a:br/>
            <a:r>
              <a:t>• Supported by all major programming languages</a:t>
            </a:r>
            <a:br/>
            <a:br/>
            <a:r>
              <a:t>Example:</a:t>
            </a:r>
            <a:br/>
            <a:r>
              <a:t>{</a:t>
            </a:r>
            <a:br/>
            <a:r>
              <a:t>  "interface": {</a:t>
            </a:r>
            <a:br/>
            <a:r>
              <a:t>    "name": "GigabitEthernet0/1",</a:t>
            </a:r>
            <a:br/>
            <a:r>
              <a:t>    "enabled": true</a:t>
            </a:r>
            <a:br/>
            <a:r>
              <a:t>  }</a:t>
            </a:r>
            <a:br/>
            <a:r>
              <a:t>}</a:t>
            </a:r>
            <a:br/>
            <a:br/>
            <a:r>
              <a:t>Example: Cisco and Juniper APIs use JSON for configuration and monitoring.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