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Real‑World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Managing Networking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 IP address</a:t>
            </a:r>
          </a:p>
          <a:p>
            <a:r>
              <a:t>Configure gateway</a:t>
            </a:r>
          </a:p>
          <a:p>
            <a:r>
              <a:t>Configure DNS</a:t>
            </a:r>
          </a:p>
          <a:p>
            <a:r>
              <a:t>Ensure connectivity</a:t>
            </a:r>
          </a:p>
          <a:p>
            <a:r>
              <a:t>Troubleshoot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Real‑World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= House number</a:t>
            </a:r>
          </a:p>
          <a:p>
            <a:r>
              <a:t>Subnet = Street</a:t>
            </a:r>
          </a:p>
          <a:p>
            <a:r>
              <a:t>Gateway = Main road</a:t>
            </a:r>
          </a:p>
          <a:p>
            <a:r>
              <a:t>DNS = Phone contacts</a:t>
            </a:r>
          </a:p>
          <a:p>
            <a:r>
              <a:t>Interface = Door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eth0 / ens33 – wired</a:t>
            </a:r>
          </a:p>
          <a:p>
            <a:r>
              <a:t>wlan0 – wireless</a:t>
            </a:r>
          </a:p>
          <a:p>
            <a:r>
              <a:t>lo – loopback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Network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a</a:t>
            </a:r>
          </a:p>
          <a:p>
            <a:r>
              <a:t>Look for UP/DOWN and IP address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Address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 identity of server</a:t>
            </a:r>
          </a:p>
          <a:p>
            <a:r>
              <a:t>Without IP → server invisible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Gateway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Exit point to other networks</a:t>
            </a:r>
          </a:p>
          <a:p>
            <a:r>
              <a:t>No gateway = no internet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route</a:t>
            </a:r>
          </a:p>
          <a:p>
            <a:r>
              <a:t>Look for default via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names to IPs</a:t>
            </a:r>
          </a:p>
          <a:p>
            <a:r>
              <a:t>Humans use names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ping google.com</a:t>
            </a:r>
          </a:p>
          <a:p>
            <a:r>
              <a:t>ping 8.8.8.8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Ping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works, name fails → DNS issue</a:t>
            </a:r>
          </a:p>
          <a:p>
            <a:r>
              <a:t>Both fail → network issue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Connectivity Testing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ping 127.0.0.1</a:t>
            </a:r>
          </a:p>
          <a:p>
            <a:r>
              <a:t>ping gateway</a:t>
            </a:r>
          </a:p>
          <a:p>
            <a:r>
              <a:t>ping external IP</a:t>
            </a:r>
          </a:p>
          <a:p>
            <a:r>
              <a:t>ping domain name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Temporary Network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addr add IP dev eth0</a:t>
            </a:r>
          </a:p>
          <a:p>
            <a:r>
              <a:t>ip link set eth0 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Permanent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Netplan</a:t>
            </a:r>
          </a:p>
          <a:p>
            <a:r>
              <a:t>NetworkManager</a:t>
            </a:r>
          </a:p>
          <a:p>
            <a:r>
              <a:t>ifcfg 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nmcli – Admin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nmcli device status</a:t>
            </a:r>
          </a:p>
          <a:p>
            <a:r>
              <a:t>nmcli device connect eth0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and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may work</a:t>
            </a:r>
          </a:p>
          <a:p>
            <a:r>
              <a:t>Service may not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Listening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 -tulnp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 can block traffic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firewall-cmd --list-all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firewall-cmd --add-service=ssh --permanent</a:t>
            </a:r>
          </a:p>
          <a:p>
            <a:r>
              <a:t>firewall-cmd --reload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IP</a:t>
            </a:r>
          </a:p>
          <a:p>
            <a:r>
              <a:t>Wrong gateway</a:t>
            </a:r>
          </a:p>
          <a:p>
            <a:r>
              <a:t>DNS issue</a:t>
            </a:r>
          </a:p>
          <a:p>
            <a:r>
              <a:t>Firewall blocking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Never guess</a:t>
            </a:r>
          </a:p>
          <a:p>
            <a:r>
              <a:t>Eliminate step by step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→ IP → Gateway → DNS → Firewall → Service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Networking enables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