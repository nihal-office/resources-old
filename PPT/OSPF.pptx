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OSPF Deep Dive — Full Detailed Version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Simple and beginner‑friendly detailed explanation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OSPF?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OSPF = Open Shortest Path First, a link‑state routing protocol.</a:t>
            </a:r>
          </a:p>
          <a:p>
            <a:pPr>
              <a:defRPr sz="1800"/>
            </a:pPr>
            <a:r>
              <a:t>Routers exchange LSAs to build a full map of the network.</a:t>
            </a:r>
          </a:p>
          <a:p>
            <a:pPr>
              <a:defRPr sz="1800"/>
            </a:pPr>
            <a:r>
              <a:t>Runs SPF (Dijkstra) to find the shortest path.</a:t>
            </a:r>
          </a:p>
          <a:p>
            <a:pPr>
              <a:defRPr sz="1800"/>
            </a:pPr>
            <a:r>
              <a:t>Vendor‑neutral and used in IPv4 &amp; IPv6 networks.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OSPF Exists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RIP was slow and not scalable.</a:t>
            </a:r>
          </a:p>
          <a:p>
            <a:pPr>
              <a:defRPr sz="1800"/>
            </a:pPr>
            <a:r>
              <a:t>OSPF offers fast convergence and hierarchical design.</a:t>
            </a:r>
          </a:p>
          <a:p>
            <a:pPr>
              <a:defRPr sz="1800"/>
            </a:pPr>
            <a:r>
              <a:t>Uses event-based updates instead of periodic full updates.</a:t>
            </a:r>
          </a:p>
          <a:p>
            <a:pPr>
              <a:defRPr sz="1800"/>
            </a:pPr>
            <a:r>
              <a:t>Designed for medium and large networks.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OSPF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Routers send Hello packets.</a:t>
            </a:r>
          </a:p>
          <a:p>
            <a:pPr>
              <a:defRPr sz="1800"/>
            </a:pPr>
            <a:r>
              <a:t>2. Exchange LSAs (link-state advertisements).</a:t>
            </a:r>
          </a:p>
          <a:p>
            <a:pPr>
              <a:defRPr sz="1800"/>
            </a:pPr>
            <a:r>
              <a:t>3. Build identical LSDB (Link State Database).</a:t>
            </a:r>
          </a:p>
          <a:p>
            <a:pPr>
              <a:defRPr sz="1800"/>
            </a:pPr>
            <a:r>
              <a:t>4. Run SPF to compute best routes.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OSPF Neighbor States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Down → Init → 2-Way → ExStart → Exchange → Loading → Full</a:t>
            </a:r>
          </a:p>
          <a:p>
            <a:pPr>
              <a:defRPr sz="1800"/>
            </a:pPr>
            <a:r>
              <a:t>Routers gradually synchronize their LSDB.</a:t>
            </a:r>
          </a:p>
          <a:p>
            <a:pPr>
              <a:defRPr sz="1800"/>
            </a:pPr>
            <a:r>
              <a:t>Full = neighbors fully synchronized.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OSPF Areas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Areas reduce LSDB size and SPF calculations.</a:t>
            </a:r>
          </a:p>
          <a:p>
            <a:pPr>
              <a:defRPr sz="1800"/>
            </a:pPr>
            <a:r>
              <a:t>Area 0 = backbone and mandatory.</a:t>
            </a:r>
          </a:p>
          <a:p>
            <a:pPr>
              <a:defRPr sz="1800"/>
            </a:pPr>
            <a:r>
              <a:t>All other areas must connect to Area 0.</a:t>
            </a:r>
          </a:p>
          <a:p>
            <a:pPr>
              <a:defRPr sz="1800"/>
            </a:pPr>
            <a:r>
              <a:t>Improves network scalability.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Area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Normal Area: all LSAs allowed.</a:t>
            </a:r>
          </a:p>
          <a:p>
            <a:pPr>
              <a:defRPr sz="1800"/>
            </a:pPr>
            <a:r>
              <a:t>Stub: blocks external Type‑5 LSAs.</a:t>
            </a:r>
          </a:p>
          <a:p>
            <a:pPr>
              <a:defRPr sz="1800"/>
            </a:pPr>
            <a:r>
              <a:t>Totally Stubby: only default route present.</a:t>
            </a:r>
          </a:p>
          <a:p>
            <a:pPr>
              <a:defRPr sz="1800"/>
            </a:pPr>
            <a:r>
              <a:t>NSSA: limited external routes via Type‑7 LSAs.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LSAs (Link State Advertisements)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LSAs describe routers, networks, and routes.</a:t>
            </a:r>
          </a:p>
          <a:p>
            <a:pPr>
              <a:defRPr sz="1800"/>
            </a:pPr>
            <a:r>
              <a:t>Flooded reliably using LSU + acknowledgements.</a:t>
            </a:r>
          </a:p>
          <a:p>
            <a:pPr>
              <a:defRPr sz="1800"/>
            </a:pPr>
            <a:r>
              <a:t>All LSAs form the LSDB for an area.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LSA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Type 1 — Router LSA.</a:t>
            </a:r>
          </a:p>
          <a:p>
            <a:pPr>
              <a:defRPr sz="1800"/>
            </a:pPr>
            <a:r>
              <a:t>Type 2 — Network LSA (from DR).</a:t>
            </a:r>
          </a:p>
          <a:p>
            <a:pPr>
              <a:defRPr sz="1800"/>
            </a:pPr>
            <a:r>
              <a:t>Type 3 — Summary LSA (ABR).</a:t>
            </a:r>
          </a:p>
          <a:p>
            <a:pPr>
              <a:defRPr sz="1800"/>
            </a:pPr>
            <a:r>
              <a:t>Type 4 — ASBR Summary LSA.</a:t>
            </a:r>
          </a:p>
          <a:p>
            <a:pPr>
              <a:defRPr sz="1800"/>
            </a:pPr>
            <a:r>
              <a:t>Type 5 — External LSAs.</a:t>
            </a:r>
          </a:p>
          <a:p>
            <a:pPr>
              <a:defRPr sz="1800"/>
            </a:pPr>
            <a:r>
              <a:t>Type 7 — NSSA external LSAs.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 &amp; BDR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Used on multi-access networks (LAN/Ethernet).</a:t>
            </a:r>
          </a:p>
          <a:p>
            <a:pPr>
              <a:defRPr sz="1800"/>
            </a:pPr>
            <a:r>
              <a:t>DR reduces LSA flooding; BDR is backup.</a:t>
            </a:r>
          </a:p>
          <a:p>
            <a:pPr>
              <a:defRPr sz="1800"/>
            </a:pPr>
            <a:r>
              <a:t>Election: highest priority → highest router ID.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OSPF Metric (Cost)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Lower cost = preferred path.</a:t>
            </a:r>
          </a:p>
          <a:p>
            <a:pPr>
              <a:defRPr sz="1800"/>
            </a:pPr>
            <a:r>
              <a:t>Cost = reference bandwidth / interface bandwidth.</a:t>
            </a:r>
          </a:p>
          <a:p>
            <a:pPr>
              <a:defRPr sz="1800"/>
            </a:pPr>
            <a:r>
              <a:t>Example: 100 Mbps → cost 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OSPF Route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Intra-area: within same area (best).</a:t>
            </a:r>
          </a:p>
          <a:p>
            <a:pPr>
              <a:defRPr sz="1800"/>
            </a:pPr>
            <a:r>
              <a:t>Inter-area: between areas (via ABR).</a:t>
            </a:r>
          </a:p>
          <a:p>
            <a:pPr>
              <a:defRPr sz="1800"/>
            </a:pPr>
            <a:r>
              <a:t>E1: internal + external cost.</a:t>
            </a:r>
          </a:p>
          <a:p>
            <a:pPr>
              <a:defRPr sz="1800"/>
            </a:pPr>
            <a:r>
              <a:t>E2: only external cost.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Virtual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Used when an area doesn't directly connect to Area 0.</a:t>
            </a:r>
          </a:p>
          <a:p>
            <a:pPr>
              <a:defRPr sz="1800"/>
            </a:pPr>
            <a:r>
              <a:t>Creates a logical tunnel through another area.</a:t>
            </a:r>
          </a:p>
          <a:p>
            <a:pPr>
              <a:defRPr sz="1800"/>
            </a:pPr>
            <a:r>
              <a:t>Useful temporarily during migrations.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OSPF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Supports no-auth, simple password, MD5.</a:t>
            </a:r>
          </a:p>
          <a:p>
            <a:pPr>
              <a:defRPr sz="1800"/>
            </a:pPr>
            <a:r>
              <a:t>OSPFv3 uses IPsec for authentication.</a:t>
            </a:r>
          </a:p>
          <a:p>
            <a:pPr>
              <a:defRPr sz="1800"/>
            </a:pPr>
            <a:r>
              <a:t>Prevents rogue routers from forming adjacencies.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OSPF Timers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Hello interval: 10 seconds.</a:t>
            </a:r>
          </a:p>
          <a:p>
            <a:pPr>
              <a:defRPr sz="1800"/>
            </a:pPr>
            <a:r>
              <a:t>Dead interval: 40 seconds.</a:t>
            </a:r>
          </a:p>
          <a:p>
            <a:pPr>
              <a:defRPr sz="1800"/>
            </a:pPr>
            <a:r>
              <a:t>Timers must match between neighbors.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Route Redistribution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Imports routes from EIGRP, BGP, RIP, static.</a:t>
            </a:r>
          </a:p>
          <a:p>
            <a:pPr>
              <a:defRPr sz="1800"/>
            </a:pPr>
            <a:r>
              <a:t>Creates Type‑5 or Type‑7 LSAs.</a:t>
            </a:r>
          </a:p>
          <a:p>
            <a:pPr>
              <a:defRPr sz="1800"/>
            </a:pPr>
            <a:r>
              <a:t>Must be done carefully to avoid loops.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Done at ABR/ASBR.</a:t>
            </a:r>
          </a:p>
          <a:p>
            <a:pPr>
              <a:defRPr sz="1800"/>
            </a:pPr>
            <a:r>
              <a:t>Reduces LSDB size and improves stability.</a:t>
            </a:r>
          </a:p>
          <a:p>
            <a:pPr>
              <a:defRPr sz="1800"/>
            </a:pPr>
            <a:r>
              <a:t>Helps prevent unnecessary SPF recalculations.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OSPFv3 (IPv6)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Supports IPv6 routing.</a:t>
            </a:r>
          </a:p>
          <a:p>
            <a:pPr>
              <a:defRPr sz="1800"/>
            </a:pPr>
            <a:r>
              <a:t>Authentication via IPsec.</a:t>
            </a:r>
          </a:p>
          <a:p>
            <a:pPr>
              <a:defRPr sz="1800"/>
            </a:pPr>
            <a:r>
              <a:t>Per‑link adjacency model.</a:t>
            </a:r>
          </a:p>
          <a:p>
            <a:pPr>
              <a:defRPr sz="1800"/>
            </a:pPr>
            <a:r>
              <a:t>Same SPF concepts but updated LSAs.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Troubleshooting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show ip ospf neighbor</a:t>
            </a:r>
          </a:p>
          <a:p>
            <a:pPr>
              <a:defRPr sz="1800"/>
            </a:pPr>
            <a:r>
              <a:t>show ip ospf database</a:t>
            </a:r>
          </a:p>
          <a:p>
            <a:pPr>
              <a:defRPr sz="1800"/>
            </a:pPr>
            <a:r>
              <a:t>show ip ospf interface</a:t>
            </a:r>
          </a:p>
          <a:p>
            <a:pPr>
              <a:defRPr sz="1800"/>
            </a:pPr>
            <a:r>
              <a:t>show ip route ospf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Neighbors not forming → timer/auth mismatch.</a:t>
            </a:r>
          </a:p>
          <a:p>
            <a:pPr>
              <a:defRPr sz="1800"/>
            </a:pPr>
            <a:r>
              <a:t>LSA flaps → unstable link.</a:t>
            </a:r>
          </a:p>
          <a:p>
            <a:pPr>
              <a:defRPr sz="1800"/>
            </a:pPr>
            <a:r>
              <a:t>Missing routes → summarization or filtering issue.</a:t>
            </a:r>
          </a:p>
          <a:p>
            <a:pPr>
              <a:defRPr sz="1800"/>
            </a:pPr>
            <a:r>
              <a:t>Wrong DR → adjust interface priority.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OSPF builds a full network map using LSAs.</a:t>
            </a:r>
          </a:p>
          <a:p>
            <a:pPr>
              <a:defRPr sz="1800"/>
            </a:pPr>
            <a:r>
              <a:t>SPF calculates best routes.</a:t>
            </a:r>
          </a:p>
          <a:p>
            <a:pPr>
              <a:defRPr sz="1800"/>
            </a:pPr>
            <a:r>
              <a:t>Areas provide scalability.</a:t>
            </a:r>
          </a:p>
          <a:p>
            <a:pPr>
              <a:defRPr sz="1800"/>
            </a:pPr>
            <a:r>
              <a:t>Reliable, scalable and widely used in enterprise networks.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