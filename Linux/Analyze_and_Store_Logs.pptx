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Analyze and Store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Logs?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are records of events</a:t>
            </a:r>
          </a:p>
          <a:p>
            <a:r>
              <a:t>Generated by system and applications</a:t>
            </a:r>
          </a:p>
          <a:p>
            <a:r>
              <a:t>Used for troubleshooting and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failures</a:t>
            </a:r>
          </a:p>
          <a:p>
            <a:r>
              <a:t>Investigate security incidents</a:t>
            </a:r>
          </a:p>
          <a:p>
            <a:r>
              <a:t>Audit system activity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Logs are Stored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/var/log directory</a:t>
            </a:r>
          </a:p>
          <a:p>
            <a:r>
              <a:t>Central location for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Log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/var/log/syslog or messages</a:t>
            </a:r>
          </a:p>
          <a:p>
            <a:r>
              <a:t>/var/log/auth.log</a:t>
            </a:r>
          </a:p>
          <a:p>
            <a:r>
              <a:t>/var/log/kern.log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journald?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systemd logging service</a:t>
            </a:r>
          </a:p>
          <a:p>
            <a:r>
              <a:t>Collects logs centrally</a:t>
            </a:r>
          </a:p>
          <a:p>
            <a:r>
              <a:t>Structured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journalctl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journalctl</a:t>
            </a:r>
          </a:p>
          <a:p>
            <a:r>
              <a:t>journalctl -b</a:t>
            </a:r>
          </a:p>
          <a:p>
            <a:r>
              <a:t>journalctl -xe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Viewing Logs in Real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tail -f /var/log/syslog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Filtering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grep error logfile</a:t>
            </a:r>
          </a:p>
          <a:p>
            <a:r>
              <a:t>journalctl -u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Time-based Log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journalctl --since "1 hour ago"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Service-specific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journalctl -u sshd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dmesg</a:t>
            </a:r>
          </a:p>
          <a:p>
            <a:r>
              <a:t>Hardware and driver events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log files from growing</a:t>
            </a:r>
          </a:p>
          <a:p>
            <a:r>
              <a:t>Managed by logrotate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Logrotate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Rotate</a:t>
            </a:r>
          </a:p>
          <a:p>
            <a:r>
              <a:t>Compress</a:t>
            </a:r>
          </a:p>
          <a:p>
            <a:r>
              <a:t>Delete old logs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attempts</a:t>
            </a:r>
          </a:p>
          <a:p>
            <a:r>
              <a:t>sudo usage</a:t>
            </a:r>
          </a:p>
          <a:p>
            <a:r>
              <a:t>Service restarts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Storing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storage</a:t>
            </a:r>
          </a:p>
          <a:p>
            <a:r>
              <a:t>Remote log servers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Log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Disk full</a:t>
            </a:r>
          </a:p>
          <a:p>
            <a:r>
              <a:t>Too much noise</a:t>
            </a:r>
          </a:p>
          <a:p>
            <a:r>
              <a:t>Logs not rotating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with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problem</a:t>
            </a:r>
          </a:p>
          <a:p>
            <a:r>
              <a:t>Check related logs</a:t>
            </a:r>
          </a:p>
          <a:p>
            <a:r>
              <a:t>Correlate events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→ Logs → Fix → Verify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explain what happened</a:t>
            </a:r>
          </a:p>
          <a:p>
            <a:r>
              <a:t>Admins trust logs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