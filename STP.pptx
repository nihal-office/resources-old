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Spanning Tree Protocol (STP)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Easy and student-friendly explanation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STP?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STP = Spanning Tree Protocol.</a:t>
            </a:r>
          </a:p>
          <a:p>
            <a:pPr>
              <a:defRPr sz="2000"/>
            </a:pPr>
            <a:r>
              <a:t>Prevents network loops in switching networks.</a:t>
            </a:r>
          </a:p>
          <a:p>
            <a:pPr>
              <a:defRPr sz="2000"/>
            </a:pPr>
            <a:r>
              <a:t>Loops cause broadcast storms and MAC table instability.</a:t>
            </a:r>
          </a:p>
          <a:p>
            <a:pPr>
              <a:defRPr sz="2000"/>
            </a:pPr>
            <a:r>
              <a:t>STP blocks extra paths to ensure only one active path exists.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Loops Are Dangerous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Switches flood broadcast frames.</a:t>
            </a:r>
          </a:p>
          <a:p>
            <a:pPr>
              <a:defRPr sz="2000"/>
            </a:pPr>
            <a:r>
              <a:t>If loops exist, frames circulate endlessly.</a:t>
            </a:r>
          </a:p>
          <a:p>
            <a:pPr>
              <a:defRPr sz="2000"/>
            </a:pPr>
            <a:r>
              <a:t>High CPU &amp; bandwidth usage → network crash.</a:t>
            </a:r>
          </a:p>
          <a:p>
            <a:pPr>
              <a:defRPr sz="2000"/>
            </a:pPr>
            <a:r>
              <a:t>STP breaks loops automatically.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STP Works (Simple)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1. Elects a Root Bridge.</a:t>
            </a:r>
          </a:p>
          <a:p>
            <a:pPr>
              <a:defRPr sz="2000"/>
            </a:pPr>
            <a:r>
              <a:t>2. Calculates the shortest path from each switch to Root.</a:t>
            </a:r>
          </a:p>
          <a:p>
            <a:pPr>
              <a:defRPr sz="2000"/>
            </a:pPr>
            <a:r>
              <a:t>3. Selects forwarding ports and blocks redundant ones.</a:t>
            </a:r>
          </a:p>
          <a:p>
            <a:pPr>
              <a:defRPr sz="2000"/>
            </a:pPr>
            <a:r>
              <a:t>4. Recalculates if a link fails → restores backup path.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Root Bridge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Central switch chosen by lowest Bridge ID (priority + MAC).</a:t>
            </a:r>
          </a:p>
          <a:p>
            <a:pPr>
              <a:defRPr sz="2000"/>
            </a:pPr>
            <a:r>
              <a:t>Acts as the reference point for all path calculations.</a:t>
            </a:r>
          </a:p>
          <a:p>
            <a:pPr>
              <a:defRPr sz="2000"/>
            </a:pPr>
            <a:r>
              <a:t>Admins can manually set priority to choose the Root Bridge.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 Roles in STP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Root Port → best path to Root Bridge.</a:t>
            </a:r>
          </a:p>
          <a:p>
            <a:pPr>
              <a:defRPr sz="2000"/>
            </a:pPr>
            <a:r>
              <a:t>Designated Port → forwards traffic on each segment.</a:t>
            </a:r>
          </a:p>
          <a:p>
            <a:pPr>
              <a:defRPr sz="2000"/>
            </a:pPr>
            <a:r>
              <a:t>Blocked Port → prevents loops; backup path.</a:t>
            </a:r>
          </a:p>
          <a:p>
            <a:pPr>
              <a:defRPr sz="2000"/>
            </a:pPr>
            <a:r>
              <a:t>Only Root &amp; Designated ports forward traffic.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STP Timers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Hello Time: 2 seconds (BPDU send interval).</a:t>
            </a:r>
          </a:p>
          <a:p>
            <a:pPr>
              <a:defRPr sz="2000"/>
            </a:pPr>
            <a:r>
              <a:t>Forward Delay: 15 seconds.</a:t>
            </a:r>
          </a:p>
          <a:p>
            <a:pPr>
              <a:defRPr sz="2000"/>
            </a:pPr>
            <a:r>
              <a:t>Max Age: 20 seconds.</a:t>
            </a:r>
          </a:p>
          <a:p>
            <a:pPr>
              <a:defRPr sz="2000"/>
            </a:pPr>
            <a:r>
              <a:t>Total convergence: ~30–50 seconds.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BPDU — STP Messages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BPDU = Bridge Protocol Data Unit.</a:t>
            </a:r>
          </a:p>
          <a:p>
            <a:pPr>
              <a:defRPr sz="2000"/>
            </a:pPr>
            <a:r>
              <a:t>Used for Root election, path selection, and loop detection.</a:t>
            </a:r>
          </a:p>
          <a:p>
            <a:pPr>
              <a:defRPr sz="2000"/>
            </a:pPr>
            <a:r>
              <a:t>If BPDU from Root is lost → network recalculates STP.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STP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STP (802.1D) — original, slow.</a:t>
            </a:r>
          </a:p>
          <a:p>
            <a:pPr>
              <a:defRPr sz="2000"/>
            </a:pPr>
            <a:r>
              <a:t>RSTP (802.1w) — rapid spanning tree, much faster.</a:t>
            </a:r>
          </a:p>
          <a:p>
            <a:pPr>
              <a:defRPr sz="2000"/>
            </a:pPr>
            <a:r>
              <a:t>MSTP (802.1s) — supports multiple spanning trees for VLANs.</a:t>
            </a:r>
          </a:p>
          <a:p>
            <a:pPr>
              <a:defRPr sz="2000"/>
            </a:pPr>
            <a:r>
              <a:t>Modern networks mostly use RSTP or MSTP.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Simple Real-Life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Three switches forming a triangle → creates a loop.</a:t>
            </a:r>
          </a:p>
          <a:p>
            <a:pPr>
              <a:defRPr sz="2000"/>
            </a:pPr>
            <a:r>
              <a:t>STP blocks one link, forming a loop-free tree.</a:t>
            </a:r>
          </a:p>
          <a:p>
            <a:pPr>
              <a:defRPr sz="2000"/>
            </a:pPr>
            <a:r>
              <a:t>If active link fails, STP unblocks backup link.</a:t>
            </a:r>
          </a:p>
          <a:p>
            <a:pPr>
              <a:defRPr sz="2000"/>
            </a:pPr>
            <a:r>
              <a:t>Provides safe redundancy without loops.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STP prevents broadcast loops in switched networks.</a:t>
            </a:r>
          </a:p>
          <a:p>
            <a:pPr>
              <a:defRPr sz="2000"/>
            </a:pPr>
            <a:r>
              <a:t>Uses BPDU to elect Root and choose forwarding paths.</a:t>
            </a:r>
          </a:p>
          <a:p>
            <a:pPr>
              <a:defRPr sz="2000"/>
            </a:pPr>
            <a:r>
              <a:t>Blocks redundant links and activates them on failure.</a:t>
            </a:r>
          </a:p>
          <a:p>
            <a:pPr>
              <a:defRPr sz="2000"/>
            </a:pPr>
            <a:r>
              <a:t>RSTP improves speed and is used in modern networks.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