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Linux File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 System Administration</a:t>
            </a:r>
          </a:p>
          <a:p>
            <a:r>
              <a:t>Practical &amp; Real-World 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File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 to store and organize data</a:t>
            </a:r>
          </a:p>
          <a:p>
            <a:r>
              <a:t>Without filesystem, disk is unusable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Disk = Cupboard</a:t>
            </a:r>
          </a:p>
          <a:p>
            <a:r>
              <a:t>Filesystem = Shelves</a:t>
            </a:r>
          </a:p>
          <a:p>
            <a:r>
              <a:t>Files = Items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Linux Filesystem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directory tree</a:t>
            </a:r>
          </a:p>
          <a:p>
            <a:r>
              <a:t>No drive letters</a:t>
            </a:r>
          </a:p>
          <a:p>
            <a:r>
              <a:t>Everything under 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Directories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 – root</a:t>
            </a:r>
          </a:p>
          <a:p>
            <a:r>
              <a:t>/home – user data</a:t>
            </a:r>
          </a:p>
          <a:p>
            <a:r>
              <a:t>/var – logs</a:t>
            </a:r>
          </a:p>
          <a:p>
            <a:r>
              <a:t>/etc – config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Admins Access Filesystems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disks</a:t>
            </a:r>
          </a:p>
          <a:p>
            <a:r>
              <a:t>Disk full</a:t>
            </a:r>
          </a:p>
          <a:p>
            <a:r>
              <a:t>Application data</a:t>
            </a:r>
          </a:p>
          <a:p>
            <a:r>
              <a:t>Backups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 Attached Disks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lsblk</a:t>
            </a:r>
          </a:p>
          <a:p>
            <a:r>
              <a:t>Shows disks, partitions, mounts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/dev/sda – disk</a:t>
            </a:r>
          </a:p>
          <a:p>
            <a:r>
              <a:t>/dev/sda1 – partition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Filesystem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blkid</a:t>
            </a:r>
          </a:p>
          <a:p>
            <a:r>
              <a:t>Shows ext4, xfs, swap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Mounting?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Attach disk to directory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Mount Filesystem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mount /dev/sdb1 /data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Unmount Filesystem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umount /data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Temporary Mounts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after reboot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Permanent Mounts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Configured in /etc/fstab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fstab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/dev/sdb1 /data ext4 defaults 0 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fstab Warning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Wrong entry can break boot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Disk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 -h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 Large Directories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 -sh /var/log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Disk full</a:t>
            </a:r>
          </a:p>
          <a:p>
            <a:r>
              <a:t>Not mounted</a:t>
            </a:r>
          </a:p>
          <a:p>
            <a:r>
              <a:t>Boot issues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UUIDs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Stable disk identifiers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UUID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blkid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Permissions After Mount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chown user:user /data</a:t>
            </a:r>
          </a:p>
          <a:p>
            <a:r>
              <a:t>chmod 755 /data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Mount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/data</a:t>
            </a:r>
          </a:p>
          <a:p>
            <a:r>
              <a:t>/backup</a:t>
            </a:r>
          </a:p>
          <a:p>
            <a:r>
              <a:t>/var/log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Sysadmin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Disks useless until mounted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lsblk, mount, df, 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