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Cisco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Cisco routers are networking devices used to connect multiple networks together. They forward data packets based on IP addresses, acting as a traffic manager. Routers are found in homes, offices, and large enterprises for stable internet connectivity.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of Cisco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Cisco offers various router series depending on the use case:</a:t>
            </a:r>
          </a:p>
          <a:p>
            <a:r>
              <a:t>- 800 Series: For small offices or homes.</a:t>
            </a:r>
          </a:p>
          <a:p>
            <a:r>
              <a:t>- 1900/2900 Series: For medium-sized businesses.</a:t>
            </a:r>
          </a:p>
          <a:p>
            <a:r>
              <a:t>- 3900/ASR Series: For large enterprises and ISPs.</a:t>
            </a:r>
          </a:p>
          <a:p>
            <a:r>
              <a:t>Each series differs in speed, scalability, and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Router 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are the visible parts of a router that allow physical connections:</a:t>
            </a:r>
          </a:p>
          <a:p>
            <a:r>
              <a:t>- Ethernet Ports for network cables.</a:t>
            </a:r>
          </a:p>
          <a:p>
            <a:r>
              <a:t>- Power Port for electricity.</a:t>
            </a:r>
          </a:p>
          <a:p>
            <a:r>
              <a:t>- Console and AUX Ports for configuration.</a:t>
            </a:r>
          </a:p>
          <a:p>
            <a:r>
              <a:t>Example: Just like different plugs in a power board connect to various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ports are connectors that link the router to external devices and networks. They may be GigabitEthernet or FastEthernet. Each port has a unique label, for example, GigabitEthernet0/1 represents Module 0, Port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WIC and NM Slots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WIC (WAN Interface Card) slots are used to add new WAN connectivity options such as DSL or serial lines. NM (Network Module) slots expand router functionality — for example, adding VPN support or more Ethernet ports. Think of them as expansion slots like in a desktop computer.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Ethernet, Power, Console, and AUX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Ethernet Port – For network cables to connect to LAN/WAN.</a:t>
            </a:r>
          </a:p>
          <a:p>
            <a:r>
              <a:t>• Power Port – Supplies electrical power.</a:t>
            </a:r>
          </a:p>
          <a:p>
            <a:r>
              <a:t>• Console Port – Used for initial configuration using command line.</a:t>
            </a:r>
          </a:p>
          <a:p>
            <a:r>
              <a:t>• AUX Port – Often used for remote configuration through modems.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Port Numbering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Cisco routers label their ports systematically, like FastEthernet0/0 or GigabitEthernet1/1. The first number represents the interface module, and the second number is the specific port. This helps network engineers easily identify connections.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Components of Cisco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Routers work like computers — they have CPU, memory, storage, and a motherboard. Each component has a role in storing, processing, or booting configurations. Example: When powered on, the router loads its OS (Cisco IOS) from Flash memory into 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RAM (Random Access Memory)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RAM temporarily stores routing tables and the running configuration. All data in RAM is erased when the router is rebooted. Example: Similar to your PC's temporary workspace while you’re multitasking.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NVRAM (Non-Volatile 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NVRAM stores the startup configuration — the file loaded when the router boots. This memory remains intact even when power is off, like a car’s memory for saved radio stations.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Flash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Flash stores the router’s operating system (Cisco IOS) and backups. It’s non-volatile, meaning data stays even after reboot. Example: Similar to a USB drive that stores your software and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ROM (Read-Only Memory)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ROM contains the router’s bootstrap program, responsible for powering on and loading the IOS. It also holds diagnostic code for hardware testing. Think of it like the BIOS in a PC that helps it start.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Motherboard and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motherboard connects all components, while the CPU executes routing processes and protocols. Together, they are like the router’s brain and nervous system — handling data flow and logic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SMPS (Switched-Mode Power Supply)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SMPS converts high-voltage AC into low-voltage DC power for internal components. It provides stable power output and protects circuits from fluctuations. Example: Like the power supply in your desktop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