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 Apache Web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+ Virtual Hosts + HTTPS</a:t>
            </a:r>
          </a:p>
          <a:p>
            <a:r>
              <a:t>Practical Linux System Administration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Apache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Turns a Linux server into a real website</a:t>
            </a:r>
          </a:p>
          <a:p>
            <a:r>
              <a:t>Used in enterprises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Apache?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server software</a:t>
            </a:r>
          </a:p>
          <a:p>
            <a:r>
              <a:t>Listens on ports 80 and 443</a:t>
            </a:r>
          </a:p>
          <a:p>
            <a:r>
              <a:t>Serves web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website</a:t>
            </a:r>
          </a:p>
          <a:p>
            <a:r>
              <a:t>Internal portals</a:t>
            </a:r>
          </a:p>
          <a:p>
            <a:r>
              <a:t>Multiple sites on one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Package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Ubuntu: apache2</a:t>
            </a:r>
          </a:p>
          <a:p>
            <a:r>
              <a:t>RHEL/CentOS: httpd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Apache (Ubuntu)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 update</a:t>
            </a:r>
          </a:p>
          <a:p>
            <a:r>
              <a:t>apt install apache2 -y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Apache (RHEL)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dnf install httpd -y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and Enable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start apache2/httpd</a:t>
            </a:r>
          </a:p>
          <a:p>
            <a:r>
              <a:t>systemctl enable apache2/httpd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Apache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curl localhost</a:t>
            </a:r>
          </a:p>
          <a:p>
            <a:r>
              <a:t>Open browser to server 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and HTTPS must be allowed</a:t>
            </a:r>
          </a:p>
          <a:p>
            <a:r>
              <a:t>Most issues are firewall related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Firewall (Ubuntu)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ufw allow http</a:t>
            </a:r>
          </a:p>
          <a:p>
            <a:r>
              <a:t>ufw allow https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Firewall (RHEL)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firewall-cmd --add-service=http --permanent</a:t>
            </a:r>
          </a:p>
          <a:p>
            <a:r>
              <a:t>firewall-cmd --add-service=https --permanent</a:t>
            </a:r>
          </a:p>
          <a:p>
            <a:r>
              <a:t>firewall-cmd --reload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/var/www/html</a:t>
            </a:r>
          </a:p>
          <a:p>
            <a:r>
              <a:t>Apache serves files from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Web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echo 'Hello from Apache' &gt; /var/www/html/index.html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Virtual Hosting?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websites on one server</a:t>
            </a:r>
          </a:p>
          <a:p>
            <a:r>
              <a:t>Based on hostname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Host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selects site using hostname</a:t>
            </a:r>
          </a:p>
          <a:p>
            <a:r>
              <a:t>ServerName decides site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Website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mkdir /var/www/site1</a:t>
            </a:r>
          </a:p>
          <a:p>
            <a:r>
              <a:t>echo 'Welcome to Site1' &gt; /var/www/site1/index.html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Host Config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&lt;VirtualHost *:80&gt;</a:t>
            </a:r>
          </a:p>
          <a:p>
            <a:r>
              <a:t>ServerName site1.local</a:t>
            </a:r>
          </a:p>
          <a:p>
            <a:r>
              <a:t>DocumentRoot /var/www/site1</a:t>
            </a:r>
          </a:p>
          <a:p>
            <a:r>
              <a:t>&lt;/VirtualHost&gt;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 Virtual Host (Ubuntu)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a2ensite site1</a:t>
            </a:r>
          </a:p>
          <a:p>
            <a:r>
              <a:t>systemctl reload apache2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Hosts File for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/etc/hosts</a:t>
            </a:r>
          </a:p>
          <a:p>
            <a:r>
              <a:t>server_ip site1.local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HTTPS is Mandatory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Encrypts traffic</a:t>
            </a:r>
          </a:p>
          <a:p>
            <a:r>
              <a:t>Protects credentials</a:t>
            </a:r>
          </a:p>
          <a:p>
            <a:r>
              <a:t>Builds trust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SSL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openssl req -x509 -nodes -days 365</a:t>
            </a:r>
          </a:p>
          <a:p>
            <a:r>
              <a:t>-newkey rsa:2048</a:t>
            </a:r>
          </a:p>
          <a:p>
            <a:r>
              <a:t>-keyout site1.key</a:t>
            </a:r>
          </a:p>
          <a:p>
            <a:r>
              <a:t>-out site1.crt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 SSL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a2enmod ssl</a:t>
            </a:r>
          </a:p>
          <a:p>
            <a:r>
              <a:t>systemctl reload apache2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HTTPS Virtual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&lt;VirtualHost *:443&gt;</a:t>
            </a:r>
          </a:p>
          <a:p>
            <a:r>
              <a:t>SSLEngine on</a:t>
            </a:r>
          </a:p>
          <a:p>
            <a:r>
              <a:t>SSLCertificateFile site1.crt</a:t>
            </a:r>
          </a:p>
          <a:p>
            <a:r>
              <a:t>SSLCertificateKeyFile site1.key</a:t>
            </a:r>
          </a:p>
          <a:p>
            <a:r>
              <a:t>&lt;/VirtualHost&gt;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 Issue (RHEL)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blocked from accessing files</a:t>
            </a:r>
          </a:p>
          <a:p>
            <a:r>
              <a:t>SELinux contexts required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SELinux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chcon -R -t httpd_sys_content_t /var/www/site1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log</a:t>
            </a:r>
          </a:p>
          <a:p>
            <a:r>
              <a:t>Error log</a:t>
            </a:r>
          </a:p>
          <a:p>
            <a:r>
              <a:t>Logs explain failures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Apache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blocked</a:t>
            </a:r>
          </a:p>
          <a:p>
            <a:r>
              <a:t>Wrong document root</a:t>
            </a:r>
          </a:p>
          <a:p>
            <a:r>
              <a:t>SELinux denial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you can host a secure site</a:t>
            </a:r>
          </a:p>
          <a:p>
            <a:r>
              <a:t>You can manage real servers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+ Firewall + HTTPS + SELinux</a:t>
            </a:r>
          </a:p>
          <a:p>
            <a:r>
              <a:t>Makes production-ready web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