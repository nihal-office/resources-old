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Archive and Transfer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 System Administration</a:t>
            </a:r>
          </a:p>
          <a:p>
            <a:r>
              <a:t>Practical &amp; Real-World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Archiving and Transfer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Backups</a:t>
            </a:r>
          </a:p>
          <a:p>
            <a:r>
              <a:t>Server migrations</a:t>
            </a:r>
          </a:p>
          <a:p>
            <a:r>
              <a:t>Incident response</a:t>
            </a:r>
          </a:p>
          <a:p>
            <a:r>
              <a:t>Log sharing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Archiving?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Combining many files into one</a:t>
            </a:r>
          </a:p>
          <a:p>
            <a:r>
              <a:t>Optional compression</a:t>
            </a:r>
          </a:p>
          <a:p>
            <a:r>
              <a:t>Simplifies transfer and backup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Archive = Zip folder</a:t>
            </a:r>
          </a:p>
          <a:p>
            <a:r>
              <a:t>Compression = Smaller zip</a:t>
            </a:r>
          </a:p>
          <a:p>
            <a:r>
              <a:t>Transfer = Sending zip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 – The Core Tool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Linux archiving tool</a:t>
            </a:r>
          </a:p>
          <a:p>
            <a:r>
              <a:t>Installed everywhere</a:t>
            </a:r>
          </a:p>
          <a:p>
            <a:r>
              <a:t>Used for backups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Archive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 -cvf backup.tar /data</a:t>
            </a:r>
          </a:p>
          <a:p>
            <a:r>
              <a:t>c=create, v=verbose, f=file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Compressed Archive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 -czvf backup.tar.gz /data</a:t>
            </a:r>
          </a:p>
          <a:p>
            <a:r>
              <a:t>z=gzip compression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Extract Archive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 -xvf backup.tar</a:t>
            </a:r>
          </a:p>
          <a:p>
            <a:r>
              <a:t>tar -xzvf backup.tar.gz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Backup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 -czvf app_backup.tar.gz /var/www/app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Transfer Files?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Move data between systems</a:t>
            </a:r>
          </a:p>
          <a:p>
            <a:r>
              <a:t>Send backups off-server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scp – Simple Transfer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scp backup.tar.gz user@server:/backup/</a:t>
            </a:r>
          </a:p>
          <a:p>
            <a:r>
              <a:t>Uses SSH encryption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scp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Restarts on failure</a:t>
            </a:r>
          </a:p>
          <a:p>
            <a:r>
              <a:t>Not efficient for large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rsync – Sysadmin Favorite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Copies only changes</a:t>
            </a:r>
          </a:p>
          <a:p>
            <a:r>
              <a:t>Fast and reliable</a:t>
            </a:r>
          </a:p>
          <a:p>
            <a:r>
              <a:t>Resume support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rsync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rsync -av /data /backup/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rsync Over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rsync -av /data user@server:/backup/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Dry Run (Safe Practice)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rsync -av --dry-run /data /backup/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Preserving Permissions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rsync -a preserves ownership</a:t>
            </a:r>
          </a:p>
          <a:p>
            <a:r>
              <a:t>Critical for applications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Permissions lost</a:t>
            </a:r>
          </a:p>
          <a:p>
            <a:r>
              <a:t>Network interruption</a:t>
            </a:r>
          </a:p>
          <a:p>
            <a:r>
              <a:t>Disk full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Which Tool to Use?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 – archive</a:t>
            </a:r>
          </a:p>
          <a:p>
            <a:r>
              <a:t>scp – quick copy</a:t>
            </a:r>
          </a:p>
          <a:p>
            <a:r>
              <a:t>rsync – backups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Sysadmin Rule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Archive → Transfer → Verify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tar + rsync = safe data movement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