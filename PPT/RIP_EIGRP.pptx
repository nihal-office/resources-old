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RIP &amp; EIGRP Routing Protocols (Improved Version)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Beginner-friendly explanation with simple real-world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RIP?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RIP = Routing Information Protocol</a:t>
            </a:r>
          </a:p>
          <a:p>
            <a:pPr>
              <a:defRPr sz="2000"/>
            </a:pPr>
            <a:r>
              <a:t>• One of the oldest dynamic routing protocols</a:t>
            </a:r>
          </a:p>
          <a:p>
            <a:pPr>
              <a:defRPr sz="2000"/>
            </a:pPr>
            <a:r>
              <a:t>• Uses hop count to decide best path</a:t>
            </a:r>
          </a:p>
          <a:p>
            <a:pPr>
              <a:defRPr sz="2000"/>
            </a:pPr>
            <a:r>
              <a:t>• Maximum of 15 hops allowed</a:t>
            </a:r>
          </a:p>
          <a:p>
            <a:pPr>
              <a:defRPr sz="2000"/>
            </a:pPr>
            <a:r>
              <a:t>• Good for very small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RIP Works (Simple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Imagine routers passing messages through nearby routers.</a:t>
            </a:r>
          </a:p>
          <a:p>
            <a:pPr>
              <a:defRPr sz="2000"/>
            </a:pPr>
            <a:r>
              <a:t>• Every router tells neighbors what networks it knows</a:t>
            </a:r>
          </a:p>
          <a:p>
            <a:pPr>
              <a:defRPr sz="2000"/>
            </a:pPr>
            <a:r>
              <a:t>• Neighbors update their routing tables</a:t>
            </a:r>
          </a:p>
          <a:p>
            <a:pPr>
              <a:defRPr sz="2000"/>
            </a:pPr>
            <a:r>
              <a:t>• Chooses shortest hop path</a:t>
            </a:r>
          </a:p>
          <a:p>
            <a:pPr>
              <a:defRPr sz="2000"/>
            </a:pPr>
            <a:r>
              <a:t>• Sends full updates every 30 seconds</a:t>
            </a:r>
          </a:p>
          <a:p>
            <a:pPr>
              <a:defRPr sz="2000"/>
            </a:pPr>
            <a:r>
              <a:t>ASCII Path Example: A → B → C → Destination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RIP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RIPv1 – Classful, outdated</a:t>
            </a:r>
          </a:p>
          <a:p>
            <a:pPr>
              <a:defRPr sz="2000"/>
            </a:pPr>
            <a:r>
              <a:t>• RIPv2 – Classless, supports VLSM and authentication</a:t>
            </a:r>
          </a:p>
          <a:p>
            <a:pPr>
              <a:defRPr sz="2000"/>
            </a:pPr>
            <a:r>
              <a:t>• RIPng – RIP for IPv6 networks</a:t>
            </a:r>
          </a:p>
          <a:p>
            <a:pPr>
              <a:defRPr sz="2000"/>
            </a:pPr>
            <a:r>
              <a:t>• RIPv2 is most commonly used where RIP is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RIP Is Rare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Slow convergence</a:t>
            </a:r>
          </a:p>
          <a:p>
            <a:pPr>
              <a:defRPr sz="2000"/>
            </a:pPr>
            <a:r>
              <a:t>• Hop limit = 15 makes networks unscalable</a:t>
            </a:r>
          </a:p>
          <a:p>
            <a:pPr>
              <a:defRPr sz="2000"/>
            </a:pPr>
            <a:r>
              <a:t>• Prone to loops</a:t>
            </a:r>
          </a:p>
          <a:p>
            <a:pPr>
              <a:defRPr sz="2000"/>
            </a:pPr>
            <a:r>
              <a:t>• Mostly used today for labs, training, or old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EIGRP?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EIGRP = Enhanced Interior Gateway Routing Protocol</a:t>
            </a:r>
          </a:p>
          <a:p>
            <a:pPr>
              <a:defRPr sz="2000"/>
            </a:pPr>
            <a:r>
              <a:t>• Cisco-proprietary (now partially open)</a:t>
            </a:r>
          </a:p>
          <a:p>
            <a:pPr>
              <a:defRPr sz="2000"/>
            </a:pPr>
            <a:r>
              <a:t>• More advanced than RIP</a:t>
            </a:r>
          </a:p>
          <a:p>
            <a:pPr>
              <a:defRPr sz="2000"/>
            </a:pPr>
            <a:r>
              <a:t>• Uses multiple metrics: bandwidth, delay, load, reliability</a:t>
            </a:r>
          </a:p>
          <a:p>
            <a:pPr>
              <a:defRPr sz="2000"/>
            </a:pPr>
            <a:r>
              <a:t>• Ideal for medium and large networks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EIGRP Works (Simple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Think of EIGRP as a smart GPS for routers.</a:t>
            </a:r>
          </a:p>
          <a:p>
            <a:pPr>
              <a:defRPr sz="2000"/>
            </a:pPr>
            <a:r>
              <a:t>• Uses hello packets to find neighbors</a:t>
            </a:r>
          </a:p>
          <a:p>
            <a:pPr>
              <a:defRPr sz="2000"/>
            </a:pPr>
            <a:r>
              <a:t>• DUAL algorithm ensures loop-free paths</a:t>
            </a:r>
          </a:p>
          <a:p>
            <a:pPr>
              <a:defRPr sz="2000"/>
            </a:pPr>
            <a:r>
              <a:t>• Sends only partial updates, not full tables</a:t>
            </a:r>
          </a:p>
          <a:p>
            <a:pPr>
              <a:defRPr sz="2000"/>
            </a:pPr>
            <a:r>
              <a:t>• Has backup routes ready → fast failover</a:t>
            </a:r>
          </a:p>
          <a:p>
            <a:pPr>
              <a:defRPr sz="2000"/>
            </a:pPr>
            <a:r>
              <a:t>ASCII Logic: Neighbor → Exchange Info → Best Path → Backup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EIGRP Terminology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Successor – Best path</a:t>
            </a:r>
          </a:p>
          <a:p>
            <a:pPr>
              <a:defRPr sz="2000"/>
            </a:pPr>
            <a:r>
              <a:t>• Feasible Successor – Backup path</a:t>
            </a:r>
          </a:p>
          <a:p>
            <a:pPr>
              <a:defRPr sz="2000"/>
            </a:pPr>
            <a:r>
              <a:t>• Feasible Distance – Local metric to destination</a:t>
            </a:r>
          </a:p>
          <a:p>
            <a:pPr>
              <a:defRPr sz="2000"/>
            </a:pPr>
            <a:r>
              <a:t>• Reported Distance – Neighbor’s metric</a:t>
            </a:r>
          </a:p>
          <a:p>
            <a:pPr>
              <a:defRPr sz="2000"/>
            </a:pPr>
            <a:r>
              <a:t>• DUAL uses these to ensure reliable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EIGRP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Very fast convergence</a:t>
            </a:r>
          </a:p>
          <a:p>
            <a:pPr>
              <a:defRPr sz="2000"/>
            </a:pPr>
            <a:r>
              <a:t>• Loop-free routing</a:t>
            </a:r>
          </a:p>
          <a:p>
            <a:pPr>
              <a:defRPr sz="2000"/>
            </a:pPr>
            <a:r>
              <a:t>• Supports unequal load balancing</a:t>
            </a:r>
          </a:p>
          <a:p>
            <a:pPr>
              <a:defRPr sz="2000"/>
            </a:pPr>
            <a:r>
              <a:t>• More scalable than RIP</a:t>
            </a:r>
          </a:p>
          <a:p>
            <a:pPr>
              <a:defRPr sz="2000"/>
            </a:pPr>
            <a:r>
              <a:t>• Suitable for enterprises with Cisco devices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RIP vs EIGRP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RIP:</a:t>
            </a:r>
          </a:p>
          <a:p>
            <a:pPr>
              <a:defRPr sz="2000"/>
            </a:pPr>
            <a:r>
              <a:t>• Simple</a:t>
            </a:r>
          </a:p>
          <a:p>
            <a:pPr>
              <a:defRPr sz="2000"/>
            </a:pPr>
            <a:r>
              <a:t>• Hop count only</a:t>
            </a:r>
          </a:p>
          <a:p>
            <a:pPr>
              <a:defRPr sz="2000"/>
            </a:pPr>
            <a:r>
              <a:t>• Max 15 hops</a:t>
            </a:r>
          </a:p>
          <a:p>
            <a:pPr>
              <a:defRPr sz="2000"/>
            </a:pPr>
            <a:r>
              <a:t>• Slow</a:t>
            </a:r>
          </a:p>
          <a:p>
            <a:pPr>
              <a:defRPr sz="2000"/>
            </a:pPr>
            <a:r>
              <a:t>• Small networks only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EIGRP:</a:t>
            </a:r>
          </a:p>
          <a:p>
            <a:pPr>
              <a:defRPr sz="2000"/>
            </a:pPr>
            <a:r>
              <a:t>• Advanced metrics</a:t>
            </a:r>
          </a:p>
          <a:p>
            <a:pPr>
              <a:defRPr sz="2000"/>
            </a:pPr>
            <a:r>
              <a:t>• Very fast</a:t>
            </a:r>
          </a:p>
          <a:p>
            <a:pPr>
              <a:defRPr sz="2000"/>
            </a:pPr>
            <a:r>
              <a:t>• Scalable</a:t>
            </a:r>
          </a:p>
          <a:p>
            <a:pPr>
              <a:defRPr sz="2000"/>
            </a:pPr>
            <a:r>
              <a:t>• Backup paths available</a:t>
            </a:r>
          </a:p>
          <a:p>
            <a:pPr>
              <a:defRPr sz="2000"/>
            </a:pPr>
            <a:r>
              <a:t>• Medium &amp; large networks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RIP &amp; EIGRP Are Used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RIP:</a:t>
            </a:r>
          </a:p>
          <a:p>
            <a:pPr>
              <a:defRPr sz="2000"/>
            </a:pPr>
            <a:r>
              <a:t>• Old networks</a:t>
            </a:r>
          </a:p>
          <a:p>
            <a:pPr>
              <a:defRPr sz="2000"/>
            </a:pPr>
            <a:r>
              <a:t>• Student labs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EIGRP:</a:t>
            </a:r>
          </a:p>
          <a:p>
            <a:pPr>
              <a:defRPr sz="2000"/>
            </a:pPr>
            <a:r>
              <a:t>• Cisco-heavy networks</a:t>
            </a:r>
          </a:p>
          <a:p>
            <a:pPr>
              <a:defRPr sz="2000"/>
            </a:pPr>
            <a:r>
              <a:t>• Some enterprise deployments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But OSPF is preferred today because:</a:t>
            </a:r>
          </a:p>
          <a:p>
            <a:pPr>
              <a:defRPr sz="2000"/>
            </a:pPr>
            <a:r>
              <a:t>• Vendor-neutral</a:t>
            </a:r>
          </a:p>
          <a:p>
            <a:pPr>
              <a:defRPr sz="2000"/>
            </a:pPr>
            <a:r>
              <a:t>• Highly scalable</a:t>
            </a:r>
          </a:p>
          <a:p>
            <a:pPr>
              <a:defRPr sz="2000"/>
            </a:pPr>
            <a:r>
              <a:t>• Suitable for large organizations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RIP = simple but outdated</a:t>
            </a:r>
          </a:p>
          <a:p>
            <a:pPr>
              <a:defRPr sz="2000"/>
            </a:pPr>
            <a:r>
              <a:t>• EIGRP = faster, smarter, more scalable</a:t>
            </a:r>
          </a:p>
          <a:p>
            <a:pPr>
              <a:defRPr sz="2000"/>
            </a:pPr>
            <a:r>
              <a:t>• Both build routing tables automatically</a:t>
            </a:r>
          </a:p>
          <a:p>
            <a:pPr>
              <a:defRPr sz="2000"/>
            </a:pPr>
            <a:r>
              <a:t>• RIP is rare now; EIGRP still used but OSPF is growing</a:t>
            </a:r>
          </a:p>
          <a:p>
            <a:pPr>
              <a:defRPr sz="2000"/>
            </a:pPr>
            <a:r>
              <a:t>• Knowing both helps build strong routing fundamentals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