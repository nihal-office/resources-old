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 Logical Volumes (LVM)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Linux System Administration</a:t>
            </a:r>
          </a:p>
          <a:p>
            <a:r>
              <a:t>Practical &amp; Real-World Focus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LVM 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Traditional partitions are rigid</a:t>
            </a:r>
          </a:p>
          <a:p>
            <a:r>
              <a:t>Storage needs grow</a:t>
            </a:r>
          </a:p>
          <a:p>
            <a:r>
              <a:t>Downtime is expensive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Real-World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/data is full</a:t>
            </a:r>
          </a:p>
          <a:p>
            <a:r>
              <a:t>Application still running</a:t>
            </a:r>
          </a:p>
          <a:p>
            <a:r>
              <a:t>Need more space without reboot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LVM?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Logical Volume Manager</a:t>
            </a:r>
          </a:p>
          <a:p>
            <a:r>
              <a:t>Flexible disk management</a:t>
            </a:r>
          </a:p>
          <a:p>
            <a:r>
              <a:t>Resize storage dynamically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LVM Building Blocks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 → PV → VG → LV → Filesystem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Simple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Disks = water bottles</a:t>
            </a:r>
          </a:p>
          <a:p>
            <a:r>
              <a:t>VG = water tank</a:t>
            </a:r>
          </a:p>
          <a:p>
            <a:r>
              <a:t>LV = tap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Identify Disks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lsblk</a:t>
            </a:r>
          </a:p>
          <a:p>
            <a:r>
              <a:t>Always verify unused disks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Physical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pvcreate /dev/sdb</a:t>
            </a:r>
          </a:p>
          <a:p>
            <a:r>
              <a:t>pvs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Volume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vgcreate vg_data /dev/sdb</a:t>
            </a:r>
          </a:p>
          <a:p>
            <a:r>
              <a:t>vgs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Logical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lvcreate -L 10G -n lv_app vg_data</a:t>
            </a:r>
          </a:p>
          <a:p>
            <a:r>
              <a:t>lvs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Filesystem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mkfs.ext4 /dev/vg_data/lv_app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Mount Logical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mkdir /data</a:t>
            </a:r>
          </a:p>
          <a:p>
            <a:r>
              <a:t>mount /dev/vg_data/lv_app /data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Verify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df -h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Storage Expansion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new disk</a:t>
            </a:r>
          </a:p>
          <a:p>
            <a:r>
              <a:t>Extend VG</a:t>
            </a:r>
          </a:p>
          <a:p>
            <a:r>
              <a:t>Extend LV</a:t>
            </a:r>
          </a:p>
          <a:p>
            <a:r>
              <a:t>Resize filesystem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Disk to VG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pvcreate /dev/sdc</a:t>
            </a:r>
          </a:p>
          <a:p>
            <a:r>
              <a:t>vgextend vg_data /dev/sdc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Extend Logical Volume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lvextend -L +20G /dev/vg_data/lv_app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Resize Filesystem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resize2fs /dev/vg_data/lv_app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 Downtime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Application keeps running</a:t>
            </a:r>
          </a:p>
          <a:p>
            <a:r>
              <a:t>This is LVM power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Shrinking Volumes (Warning)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Risky operation</a:t>
            </a:r>
          </a:p>
          <a:p>
            <a:r>
              <a:t>Backup required</a:t>
            </a:r>
          </a:p>
          <a:p>
            <a:r>
              <a:t>Filesystem first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LVM for Swap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lvcreate -L 4G -n lv_swap vg_data</a:t>
            </a:r>
          </a:p>
          <a:p>
            <a:r>
              <a:t>mkswap /dev/vg_data/lv_swap</a:t>
            </a:r>
          </a:p>
          <a:p>
            <a:r>
              <a:t>swapon /dev/vg_data/lv_swap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Monitor LVM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pvs</a:t>
            </a:r>
          </a:p>
          <a:p>
            <a:r>
              <a:t>vgs</a:t>
            </a:r>
          </a:p>
          <a:p>
            <a:r>
              <a:t>lvs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Common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Forget resize2fs</a:t>
            </a:r>
          </a:p>
          <a:p>
            <a:r>
              <a:t>Wrong VG/LV name</a:t>
            </a:r>
          </a:p>
          <a:p>
            <a:r>
              <a:t>Shrinking without backup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Admin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lsblk → pvcreate → vgcreate</a:t>
            </a:r>
          </a:p>
          <a:p>
            <a:r>
              <a:t>lvcreate → mkfs → mount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Enterprises Use LVM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downtime scaling</a:t>
            </a:r>
          </a:p>
          <a:p>
            <a:r>
              <a:t>Cloud friendly</a:t>
            </a:r>
          </a:p>
          <a:p>
            <a:r>
              <a:t>Flexible storage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LVM turns disks into flexible pools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