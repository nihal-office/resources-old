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Services and Daemons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Linux System Administration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Service / Daemon?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background program</a:t>
            </a:r>
          </a:p>
          <a:p>
            <a:r>
              <a:t>Runs without user interaction</a:t>
            </a:r>
          </a:p>
          <a:p>
            <a:r>
              <a:t>Starts at boot or on demand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Services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servers</a:t>
            </a:r>
          </a:p>
          <a:p>
            <a:r>
              <a:t>Databases</a:t>
            </a:r>
          </a:p>
          <a:p>
            <a:r>
              <a:t>SSH access</a:t>
            </a:r>
          </a:p>
          <a:p>
            <a:r>
              <a:t>System functionality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systemd?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 system and service manager</a:t>
            </a:r>
          </a:p>
          <a:p>
            <a:r>
              <a:t>Controls startup</a:t>
            </a:r>
          </a:p>
          <a:p>
            <a:r>
              <a:t>Manages 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systemd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services</a:t>
            </a:r>
          </a:p>
          <a:p>
            <a:r>
              <a:t>Stop services</a:t>
            </a:r>
          </a:p>
          <a:p>
            <a:r>
              <a:t>Restart services</a:t>
            </a:r>
          </a:p>
          <a:p>
            <a:r>
              <a:t>Track service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vs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 = managed program</a:t>
            </a:r>
          </a:p>
          <a:p>
            <a:r>
              <a:t>Process = running instance</a:t>
            </a:r>
          </a:p>
          <a:p>
            <a:r>
              <a:t>systemd manages processes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Service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systemctl status sshd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 and Stop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systemctl start service</a:t>
            </a:r>
          </a:p>
          <a:p>
            <a:r>
              <a:t>systemctl stop service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Restart and Reload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systemctl restart service</a:t>
            </a:r>
          </a:p>
          <a:p>
            <a:r>
              <a:t>systemctl reload service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Enable and Disable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systemctl enable service</a:t>
            </a:r>
          </a:p>
          <a:p>
            <a:r>
              <a:t>systemctl disable service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Enable vs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= now</a:t>
            </a:r>
          </a:p>
          <a:p>
            <a:r>
              <a:t>enable = at boot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systemctl list-units --type=service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Failed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systemctl --failed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journalctl -u service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Daemons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sshd</a:t>
            </a:r>
          </a:p>
          <a:p>
            <a:r>
              <a:t>cron</a:t>
            </a:r>
          </a:p>
          <a:p>
            <a:r>
              <a:t>network</a:t>
            </a:r>
          </a:p>
          <a:p>
            <a:r>
              <a:t>httpd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status</a:t>
            </a:r>
          </a:p>
          <a:p>
            <a:r>
              <a:t>Check logs</a:t>
            </a:r>
          </a:p>
          <a:p>
            <a:r>
              <a:t>Restart safely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Sysadmin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service</a:t>
            </a:r>
          </a:p>
          <a:p>
            <a:r>
              <a:t>Check status</a:t>
            </a:r>
          </a:p>
          <a:p>
            <a:r>
              <a:t>Read logs</a:t>
            </a:r>
          </a:p>
          <a:p>
            <a:r>
              <a:t>Fix and verify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systemd controls services</a:t>
            </a:r>
          </a:p>
          <a:p>
            <a:r>
              <a:t>Services keep Linux alive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