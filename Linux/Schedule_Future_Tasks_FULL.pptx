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Future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</a:t>
            </a:r>
          </a:p>
          <a:p>
            <a:r>
              <a:t>Practical &amp; Real-World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Schedule Tasks?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</a:t>
            </a:r>
          </a:p>
          <a:p>
            <a:r>
              <a:t>Backups</a:t>
            </a:r>
          </a:p>
          <a:p>
            <a:r>
              <a:t>Maintenance</a:t>
            </a:r>
          </a:p>
          <a:p>
            <a:r>
              <a:t>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Types of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One-time tasks → at</a:t>
            </a:r>
          </a:p>
          <a:p>
            <a:r>
              <a:t>Repeating tasks → cron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One-Time Tasks (at)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tasks that run once</a:t>
            </a:r>
          </a:p>
          <a:p>
            <a:r>
              <a:t>Example: reboot at night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2:00 AM</a:t>
            </a:r>
          </a:p>
          <a:p>
            <a:r>
              <a:t>reboot</a:t>
            </a:r>
          </a:p>
          <a:p>
            <a:r>
              <a:t>Ctrl+D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 at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atq – list jobs</a:t>
            </a:r>
          </a:p>
          <a:p>
            <a:r>
              <a:t>atrm JOB_ID – remove job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at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status atd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Repeating Tasks (cron)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automation</a:t>
            </a:r>
          </a:p>
          <a:p>
            <a:r>
              <a:t>Runs at scheduled intervals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cron?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Time-based scheduler</a:t>
            </a:r>
          </a:p>
          <a:p>
            <a:r>
              <a:t>Runs commands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 Time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Minute Hour Day Month Week</a:t>
            </a:r>
          </a:p>
          <a:p>
            <a:r>
              <a:t>* * * * * command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 Crontab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crontab -e</a:t>
            </a:r>
          </a:p>
          <a:p>
            <a:r>
              <a:t>crontab -l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Backup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 1 * * * tar -czvf /backup/data.tar.gz /data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Cleanup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 3 * * 0 rm -rf /var/log/*.old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5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*/5 * * * * df -h &gt; /tmp/disk_status.txt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Restart Service Daily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 4 * * * systemctl restart nginx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PATH</a:t>
            </a:r>
          </a:p>
          <a:p>
            <a:r>
              <a:t>Use full paths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Cron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&gt;&gt; /var/log/job.log 2&gt;&amp;1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Cron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/etc/cron.hourly</a:t>
            </a:r>
          </a:p>
          <a:p>
            <a:r>
              <a:t>/etc/cron.daily</a:t>
            </a:r>
          </a:p>
          <a:p>
            <a:r>
              <a:t>/etc/cron.weekly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Cron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Wrong paths</a:t>
            </a:r>
          </a:p>
          <a:p>
            <a:r>
              <a:t>No permissions</a:t>
            </a:r>
          </a:p>
          <a:p>
            <a:r>
              <a:t>No logging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manually</a:t>
            </a:r>
          </a:p>
          <a:p>
            <a:r>
              <a:t>Use full paths</a:t>
            </a:r>
          </a:p>
          <a:p>
            <a:r>
              <a:t>Log output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 vs cron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– one-time</a:t>
            </a:r>
          </a:p>
          <a:p>
            <a:r>
              <a:t>cron – repeating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Cron never forgets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tasks reliably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