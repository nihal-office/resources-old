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RIP, EIGRP, OSPF, and Switch Hardware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Overview of Routing Protocols and Switch Components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RIP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RIP (Routing Information Protocol) is a distance-vector routing protocol that uses hop count as a metric.</a:t>
            </a:r>
          </a:p>
          <a:p>
            <a:r>
              <a:t>• Terminology: Hop Count, Routing Table, Route Poisoning.</a:t>
            </a:r>
          </a:p>
          <a:p>
            <a:r>
              <a:t>• RIP Timers: Update, Invalid, Hold-down, and Flush timers.</a:t>
            </a:r>
          </a:p>
          <a:p>
            <a:r>
              <a:t>• Route Poisoning: Prevents routing loops by advertising unreachable routes.</a:t>
            </a:r>
          </a:p>
          <a:p>
            <a:r>
              <a:t>• Practical Configuration:</a:t>
            </a:r>
          </a:p>
          <a:p>
            <a:r>
              <a:t>  - Enable RIP using ‘router rip’ command.</a:t>
            </a:r>
          </a:p>
          <a:p>
            <a:r>
              <a:t>  - Assign networks to RIP using ‘network &lt;IP&gt;’.</a:t>
            </a:r>
          </a:p>
          <a:p>
            <a:r>
              <a:t>• Testing involves verifying routes using ‘show ip route’ and ‘debug ip rip’.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EIGRP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EIGRP (Enhanced Interior Gateway Routing Protocol) is an advanced distance-vector protocol.</a:t>
            </a:r>
          </a:p>
          <a:p>
            <a:r>
              <a:t>• Uses DUAL (Diffusing Update Algorithm) for loop-free and efficient routing.</a:t>
            </a:r>
          </a:p>
          <a:p>
            <a:r>
              <a:t>• Terminology: RTP (Reliable Transport Protocol), AS-number (Autonomous System number).</a:t>
            </a:r>
          </a:p>
          <a:p>
            <a:r>
              <a:t>• Timers: Hello and Hold timers manage neighbor relationships.</a:t>
            </a:r>
          </a:p>
          <a:p>
            <a:r>
              <a:t>• Practical Configuration:</a:t>
            </a:r>
          </a:p>
          <a:p>
            <a:r>
              <a:t>  - Enable EIGRP: ‘router eigrp &lt;AS-number&gt;’</a:t>
            </a:r>
          </a:p>
          <a:p>
            <a:r>
              <a:t>  - Assign networks using ‘network &lt;IP&gt;’</a:t>
            </a:r>
          </a:p>
          <a:p>
            <a:r>
              <a:t>• Testing: Use ‘show ip eigrp neighbors’ and ‘show ip route eigrp’.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OSPF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OSPF (Open Shortest Path First) is a link-state routing protocol using Dijkstra’s algorithm.</a:t>
            </a:r>
          </a:p>
          <a:p>
            <a:r>
              <a:t>• Terminology: DR (Designated Router), BDR (Backup Designated Router), Router-ID, Area Code.</a:t>
            </a:r>
          </a:p>
          <a:p>
            <a:r>
              <a:t>• Works with Areas to optimize routing: Area 0 is the backbone area.</a:t>
            </a:r>
          </a:p>
          <a:p>
            <a:r>
              <a:t>• Timers: Hello and Dead timers maintain adjacency.</a:t>
            </a:r>
          </a:p>
          <a:p>
            <a:r>
              <a:t>• Practical Configuration:</a:t>
            </a:r>
          </a:p>
          <a:p>
            <a:r>
              <a:t>  - Enable OSPF: ‘router ospf &lt;process-id&gt;’</a:t>
            </a:r>
          </a:p>
          <a:p>
            <a:r>
              <a:t>  - Assign networks: ‘network &lt;IP&gt; area &lt;area-id&gt;’</a:t>
            </a:r>
          </a:p>
          <a:p>
            <a:r>
              <a:t>• Testing: Use ‘show ip ospf neighbor’ and ‘show ip route ospf’.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Switch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Switches are hardware devices that connect multiple devices within a LAN.</a:t>
            </a:r>
          </a:p>
          <a:p>
            <a:r>
              <a:t>• Internal Components:</a:t>
            </a:r>
          </a:p>
          <a:p>
            <a:r>
              <a:t>  - RAM: Stores running configuration and tables.</a:t>
            </a:r>
          </a:p>
          <a:p>
            <a:r>
              <a:t>  - NVRAM: Stores startup configuration.</a:t>
            </a:r>
          </a:p>
          <a:p>
            <a:r>
              <a:t>  - FLASH: Contains the Cisco IOS software.</a:t>
            </a:r>
          </a:p>
          <a:p>
            <a:r>
              <a:t>  - ROM: Used for boot diagnostics and recovery.</a:t>
            </a:r>
          </a:p>
          <a:p>
            <a:r>
              <a:t>  - CPU: Handles switching operations and packet processing.</a:t>
            </a:r>
          </a:p>
          <a:p>
            <a:r>
              <a:t>  - Motherboard: Connects all components together.</a:t>
            </a:r>
          </a:p>
          <a:p>
            <a:r>
              <a:t>  - SMPS (Switched Mode Power Supply): Provides regulated power.</a:t>
            </a:r>
          </a:p>
          <a:p>
            <a:r>
              <a:t>• Switches operate mainly at Layer 2 (Data Link Layer) but some are Layer 3 switches supporting routing.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