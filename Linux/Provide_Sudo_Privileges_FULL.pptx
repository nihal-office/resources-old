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 sudo Privileges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sudo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access is powerful</a:t>
            </a:r>
          </a:p>
          <a:p>
            <a:r>
              <a:t>sudo provides controlled privilege escalation</a:t>
            </a:r>
          </a:p>
          <a:p>
            <a:r>
              <a:t>Used in all enterprises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sudo?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commands as root safely</a:t>
            </a:r>
          </a:p>
          <a:p>
            <a:r>
              <a:t>Avoids sharing root password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vs sudo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Root: full uncontrolled access</a:t>
            </a:r>
          </a:p>
          <a:p>
            <a:r>
              <a:t>sudo: controlled, logged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need to restart services</a:t>
            </a:r>
          </a:p>
          <a:p>
            <a:r>
              <a:t>Should not get full root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sudo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requests command</a:t>
            </a:r>
          </a:p>
          <a:p>
            <a:r>
              <a:t>System checks permissions</a:t>
            </a:r>
          </a:p>
          <a:p>
            <a:r>
              <a:t>Command runs as root if allowed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sudo Configuration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/etc/sudoers</a:t>
            </a:r>
          </a:p>
          <a:p>
            <a:r>
              <a:t>Always edit using visudo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sudo Access (Ubuntu)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usermod -aG sudo alice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sudo Access (RHEL)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usermod -aG wheel alice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sudo gives full access</a:t>
            </a:r>
          </a:p>
          <a:p>
            <a:r>
              <a:t>Use carefully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Limited sudo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specific commands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Restart nginx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alice ALL=(ALL) /bin/systemctl restart nginx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vs Passwordless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Default: password required</a:t>
            </a:r>
          </a:p>
          <a:p>
            <a:r>
              <a:t>NOPASSWD for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Passwordless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alice ALL=(ALL) NOPASSWD: /bin/systemctl restart nginx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Group-Based sudo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permissions at scale</a:t>
            </a:r>
          </a:p>
          <a:p>
            <a:r>
              <a:t>Preferred in enterprises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sudo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%webops ALL=(ALL) /bin/systemctl restart nginx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sudo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-l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sudo caused outages</a:t>
            </a:r>
          </a:p>
          <a:p>
            <a:r>
              <a:t>Too little sudo broke automation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Editing sudoers directly</a:t>
            </a:r>
          </a:p>
          <a:p>
            <a:r>
              <a:t>NOPASSWD: ALL</a:t>
            </a:r>
          </a:p>
          <a:p>
            <a:r>
              <a:t>Over-privileging users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visudo</a:t>
            </a:r>
          </a:p>
          <a:p>
            <a:r>
              <a:t>Least privilege</a:t>
            </a:r>
          </a:p>
          <a:p>
            <a:r>
              <a:t>Audit regularly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login disabled</a:t>
            </a:r>
          </a:p>
          <a:p>
            <a:r>
              <a:t>sudo audited</a:t>
            </a:r>
          </a:p>
          <a:p>
            <a:r>
              <a:t>Group-based access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without control is dangerous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 only required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