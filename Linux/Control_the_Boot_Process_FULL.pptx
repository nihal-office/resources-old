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the Linux Boot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</a:t>
            </a:r>
          </a:p>
          <a:p>
            <a:r>
              <a:t>Practical &amp; Real-World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Boot Process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system cannot boot, nothing else matters</a:t>
            </a:r>
          </a:p>
          <a:p>
            <a:r>
              <a:t>Admins must control boot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Boot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Everything from power ON to login prompt</a:t>
            </a:r>
          </a:p>
          <a:p>
            <a:r>
              <a:t>Hardware → OS →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Boot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ON</a:t>
            </a:r>
          </a:p>
          <a:p>
            <a:r>
              <a:t>BIOS/UEFI</a:t>
            </a:r>
          </a:p>
          <a:p>
            <a:r>
              <a:t>GRUB</a:t>
            </a:r>
          </a:p>
          <a:p>
            <a:r>
              <a:t>Kernel</a:t>
            </a:r>
          </a:p>
          <a:p>
            <a:r>
              <a:t>systemd</a:t>
            </a:r>
          </a:p>
          <a:p>
            <a:r>
              <a:t>Services</a:t>
            </a:r>
          </a:p>
          <a:p>
            <a:r>
              <a:t>Login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BIOS / UEFI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Initializes hardware</a:t>
            </a:r>
          </a:p>
          <a:p>
            <a:r>
              <a:t>Finds boot device</a:t>
            </a:r>
          </a:p>
          <a:p>
            <a:r>
              <a:t>Hands control to bootloader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Bootloader (GRUB)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Chooses OS and kernel</a:t>
            </a:r>
          </a:p>
          <a:p>
            <a:r>
              <a:t>Allows recovery and troubleshooting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GRUB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Boot older kernel</a:t>
            </a:r>
          </a:p>
          <a:p>
            <a:r>
              <a:t>Enter rescue mode</a:t>
            </a:r>
          </a:p>
          <a:p>
            <a:r>
              <a:t>Recover from failures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GRUB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Kernel update breaks system</a:t>
            </a:r>
          </a:p>
          <a:p>
            <a:r>
              <a:t>Forgot root password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Kernel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Manages CPU, memory, devices</a:t>
            </a:r>
          </a:p>
          <a:p>
            <a:r>
              <a:t>Mounts root filesystem</a:t>
            </a:r>
          </a:p>
          <a:p>
            <a:r>
              <a:t>Starts systemd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Kernel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uname -r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systemd – Init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Starts services</a:t>
            </a:r>
          </a:p>
          <a:p>
            <a:r>
              <a:t>Manages dependencies</a:t>
            </a:r>
          </a:p>
          <a:p>
            <a:r>
              <a:t>Controls system state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systemd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multi-user.target</a:t>
            </a:r>
          </a:p>
          <a:p>
            <a:r>
              <a:t>graphical.target</a:t>
            </a:r>
          </a:p>
          <a:p>
            <a:r>
              <a:t>rescue.target</a:t>
            </a:r>
          </a:p>
          <a:p>
            <a:r>
              <a:t>emergency.target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Default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get-default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Default Boot 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set-default multi-user.target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Rescue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filesystem mounted</a:t>
            </a:r>
          </a:p>
          <a:p>
            <a:r>
              <a:t>Used for repairs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Minimal environment</a:t>
            </a:r>
          </a:p>
          <a:p>
            <a:r>
              <a:t>Used for severe failures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Boot Failure – fstab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Wrong entry in /etc/fstab</a:t>
            </a:r>
          </a:p>
          <a:p>
            <a:r>
              <a:t>System drops to emergency mode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Fixing fstab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Comment wrong entry</a:t>
            </a:r>
          </a:p>
          <a:p>
            <a:r>
              <a:t>mount -a</a:t>
            </a:r>
          </a:p>
          <a:p>
            <a:r>
              <a:t>Reboot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Hanging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Bad service blocks startup</a:t>
            </a:r>
          </a:p>
          <a:p>
            <a:r>
              <a:t>Disable service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Disable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disable badservice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Services at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 only required services</a:t>
            </a:r>
          </a:p>
          <a:p>
            <a:r>
              <a:t>Faster and safer boot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Enabled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list-unit-files --state=enabled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journalctl -b</a:t>
            </a:r>
          </a:p>
          <a:p>
            <a:r>
              <a:t>journalctl -b -1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Boot Troubleshooting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GRUB rescue</a:t>
            </a:r>
          </a:p>
          <a:p>
            <a:r>
              <a:t>Live CD</a:t>
            </a:r>
          </a:p>
          <a:p>
            <a:r>
              <a:t>chroot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Boot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GUI</a:t>
            </a:r>
          </a:p>
          <a:p>
            <a:r>
              <a:t>Minimal services</a:t>
            </a:r>
          </a:p>
          <a:p>
            <a:r>
              <a:t>Test kernel updates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Admin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Blind fstab edits</a:t>
            </a:r>
          </a:p>
          <a:p>
            <a:r>
              <a:t>Too many services</a:t>
            </a:r>
          </a:p>
          <a:p>
            <a:r>
              <a:t>Ignoring logs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Mindset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for failure before it happens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Boot control = system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