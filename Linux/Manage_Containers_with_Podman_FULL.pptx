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 Containers with Podman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Practical Containers for Linux SysAdmins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Containers 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Solves 'works on my machine' problem</a:t>
            </a:r>
          </a:p>
          <a:p>
            <a:r>
              <a:t>Packages app + dependencies</a:t>
            </a:r>
          </a:p>
          <a:p>
            <a:r>
              <a:t>Runs same everywhere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Container?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Isolated process</a:t>
            </a:r>
          </a:p>
          <a:p>
            <a:r>
              <a:t>Own filesystem and network</a:t>
            </a:r>
          </a:p>
          <a:p>
            <a:r>
              <a:t>Shares host kernel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Containers vs 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VM = full OS</a:t>
            </a:r>
          </a:p>
          <a:p>
            <a:r>
              <a:t>Container = process isolation</a:t>
            </a:r>
          </a:p>
          <a:p>
            <a:r>
              <a:t>Containers are lightweight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Podman?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daemon</a:t>
            </a:r>
          </a:p>
          <a:p>
            <a:r>
              <a:t>Rootless by default</a:t>
            </a:r>
          </a:p>
          <a:p>
            <a:r>
              <a:t>More secure than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Podman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RHEL servers</a:t>
            </a:r>
          </a:p>
          <a:p>
            <a:r>
              <a:t>OpenShift</a:t>
            </a:r>
          </a:p>
          <a:p>
            <a:r>
              <a:t>Enterprise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Podman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dnf install podman -y</a:t>
            </a:r>
          </a:p>
          <a:p>
            <a:r>
              <a:t>apt install podman -y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Podman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run hello-world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run -it alpine 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→ Start → Stop → Remove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ps</a:t>
            </a:r>
          </a:p>
          <a:p>
            <a:r>
              <a:t>podman ps -a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Stop and Remove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stop &lt;container&gt;</a:t>
            </a:r>
          </a:p>
          <a:p>
            <a:r>
              <a:t>podman rm &lt;container&gt;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Images are blueprints</a:t>
            </a:r>
          </a:p>
          <a:p>
            <a:r>
              <a:t>Containers are instances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images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rmi alpine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Web Server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run -d -p 8080:80 nginx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curl localhost:8080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Volumes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Containers are disposable</a:t>
            </a:r>
          </a:p>
          <a:p>
            <a:r>
              <a:t>Data must live outside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run -v /data:/app/data nginx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SELinux and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:Z for SELinux systems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run -v /data/html:/usr/share/nginx/html:Z nginx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Custom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need custom images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Containerfile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alpine</a:t>
            </a:r>
          </a:p>
          <a:p>
            <a:r>
              <a:t>RUN apk add nginx</a:t>
            </a:r>
          </a:p>
          <a:p>
            <a:r>
              <a:t>COPY index.html /usr/share/nginx/html</a:t>
            </a:r>
          </a:p>
          <a:p>
            <a:r>
              <a:t>CMD nginx -g 'daemon off;'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build -t myimage 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Custom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run -d -p 8081:80 myimage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Rootless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containers as normal user</a:t>
            </a:r>
          </a:p>
          <a:p>
            <a:r>
              <a:t>Reduced attack surface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Podman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logs</a:t>
            </a:r>
          </a:p>
          <a:p>
            <a:r>
              <a:t>podman inspect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Container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 conflicts</a:t>
            </a:r>
          </a:p>
          <a:p>
            <a:r>
              <a:t>Permission denied</a:t>
            </a:r>
          </a:p>
          <a:p>
            <a:r>
              <a:t>Container exits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Containers + systemd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Containers integrate with systemd</a:t>
            </a:r>
          </a:p>
          <a:p>
            <a:r>
              <a:t>Auto-start on boot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Containers make apps portable</a:t>
            </a:r>
          </a:p>
          <a:p>
            <a:r>
              <a:t>Admins make them reliable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Podman enables secure containers</a:t>
            </a:r>
          </a:p>
          <a:p>
            <a:r>
              <a:t>Volumes and logs are critical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