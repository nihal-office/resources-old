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Devices and Network Topology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Simplified concepts with real-world relatable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Devices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devices are hardware used to connect and communicate between systems.</a:t>
            </a:r>
          </a:p>
          <a:p>
            <a:r>
              <a:t>They help in managing data flow, connectivity, and security.</a:t>
            </a:r>
          </a:p>
          <a:p>
            <a:r>
              <a:t>Examples: Routers, Switches, Modems, Firewalls.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 Devices – Used directly by users (computers, phones, printers).</a:t>
            </a:r>
          </a:p>
          <a:p>
            <a:r>
              <a:t>Intermediary Devices – Manage data flow (switches, routers, firewalls).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are devices that originate or receive network data.</a:t>
            </a:r>
          </a:p>
          <a:p>
            <a:r>
              <a:t>Examples: PCs, laptops, smartphones, printers, smart TVs.</a:t>
            </a:r>
          </a:p>
          <a:p>
            <a:r>
              <a:t>Example: Your laptop connects to the Wi-Fi router to browse the internet.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multiple networks and direct traffic based on IP addresses.</a:t>
            </a:r>
          </a:p>
          <a:p>
            <a:r>
              <a:t>Example: Your home router connects your devices to the internet through your ISP.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multiple devices within the same network (LAN).</a:t>
            </a:r>
          </a:p>
          <a:p>
            <a:r>
              <a:t>Send data only to the intended device, improving performance.</a:t>
            </a:r>
          </a:p>
          <a:p>
            <a:r>
              <a:t>Example: Used in offices to connect computers and printers.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Monitors and filters incoming/outgoing network traffic.</a:t>
            </a:r>
          </a:p>
          <a:p>
            <a:r>
              <a:t>Helps protect against hackers and malware.</a:t>
            </a:r>
          </a:p>
          <a:p>
            <a:r>
              <a:t>Example: A firewall blocks suspicious websites or 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Amplifiers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Boost signal strength for long-distance transmission.</a:t>
            </a:r>
          </a:p>
          <a:p>
            <a:r>
              <a:t>Example: Used in long Ethernet runs or Wi-Fi range extenders.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devices that broadcast data to all connected devices.</a:t>
            </a:r>
          </a:p>
          <a:p>
            <a:r>
              <a:t>Inefficient – replaced by switches in modern networks.</a:t>
            </a:r>
          </a:p>
          <a:p>
            <a:r>
              <a:t>Example: Used in early LAN setups for small offices.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 as intermediaries between users and the internet.</a:t>
            </a:r>
          </a:p>
          <a:p>
            <a:r>
              <a:t>Improve performance through caching and add privacy by hiding IPs.</a:t>
            </a:r>
          </a:p>
          <a:p>
            <a:r>
              <a:t>Example: Companies use proxies to monitor and restrict internet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Wireless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routing and wireless access in one device.</a:t>
            </a:r>
          </a:p>
          <a:p>
            <a:r>
              <a:t>Example: Home Wi-Fi routers connecting phones, laptops, and TVs wirelessly.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ADSL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with telephone lines for broadband internet.</a:t>
            </a:r>
          </a:p>
          <a:p>
            <a:r>
              <a:t>Example: Common in home DSL connections before fiber became popular.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fiber optic networks (Passive Optical Network).</a:t>
            </a:r>
          </a:p>
          <a:p>
            <a:r>
              <a:t>Example: Used by ISPs to provide fiber internet to homes.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digital signals (computer) to analog (telephone/cable) and vice versa.</a:t>
            </a:r>
          </a:p>
          <a:p>
            <a:r>
              <a:t>Example: Cable modems in broadband internet setups.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Dial-up – Old, slow, uses phone lines.</a:t>
            </a:r>
          </a:p>
          <a:p>
            <a:r>
              <a:t>Broadband – Fast and always-on (ADSL, cable, fiber).</a:t>
            </a:r>
          </a:p>
          <a:p>
            <a:r>
              <a:t>Leased Line – Dedicated high-speed connection for businesses.</a:t>
            </a:r>
          </a:p>
          <a:p>
            <a:r>
              <a:t>Mobile Internet – 3G, 4G, 5G connections for mobile devices.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Wireless &amp; Mobile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3G – Basic mobile internet (slow).</a:t>
            </a:r>
          </a:p>
          <a:p>
            <a:r>
              <a:t>4G – Fast enough for streaming and gaming.</a:t>
            </a:r>
          </a:p>
          <a:p>
            <a:r>
              <a:t>5G – Extremely fast and supports IoT and autonomous systems.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USB Dongles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Portable devices that provide wireless or mobile internet access.</a:t>
            </a:r>
          </a:p>
          <a:p>
            <a:r>
              <a:t>Example: A 4G USB dongle for laptops when Wi-Fi isn’t available.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Topology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Topology defines how devices are arranged and connected in a network.</a:t>
            </a:r>
          </a:p>
          <a:p>
            <a:r>
              <a:t>Helps determine efficiency, reliability, and fault tolerance.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devices share one communication cable (the bus).</a:t>
            </a:r>
          </a:p>
          <a:p>
            <a:r>
              <a:t>Example: Used in small networks or old Ethernet systems.</a:t>
            </a:r>
          </a:p>
          <a:p>
            <a:r>
              <a:t>Problem: Failure in main cable stops the whole network.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device connects to two others forming a ring.</a:t>
            </a:r>
          </a:p>
          <a:p>
            <a:r>
              <a:t>Data travels in one direction (or both in dual ring).</a:t>
            </a:r>
          </a:p>
          <a:p>
            <a:r>
              <a:t>Example: Used in old IBM Token Ring networks.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devices connect to a central hub or switch.</a:t>
            </a:r>
          </a:p>
          <a:p>
            <a:r>
              <a:t>Example: Common in modern home and office networks.</a:t>
            </a:r>
          </a:p>
          <a:p>
            <a:r>
              <a:t>Advantage: Easy to troubleshoot and expand.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Mesh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device connects directly to every other device.</a:t>
            </a:r>
          </a:p>
          <a:p>
            <a:r>
              <a:t>Example: Used in military or IoT systems for redundancy.</a:t>
            </a:r>
          </a:p>
          <a:p>
            <a:r>
              <a:t>Advantage: No single point of failure.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directly communicates with the server.</a:t>
            </a:r>
          </a:p>
          <a:p>
            <a:r>
              <a:t>Example: Local database applications.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Divides systems into Presentation, Logic, and Database layers.</a:t>
            </a:r>
          </a:p>
          <a:p>
            <a:r>
              <a:t>Example: Web apps with Browser ↔ Backend ↔ Database.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Spine and Leaf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modern data centers for scalability.</a:t>
            </a:r>
          </a:p>
          <a:p>
            <a:r>
              <a:t>Spine switches connect multiple leaf switches for efficient traffic flow.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Wireless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Devices connect wirelessly through access points.</a:t>
            </a:r>
          </a:p>
          <a:p>
            <a:r>
              <a:t>Example: Wi-Fi networks in homes, cafes, and offices.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Ad-hoc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Temporary, peer-to-peer connections without central devices.</a:t>
            </a:r>
          </a:p>
          <a:p>
            <a:r>
              <a:t>Example: Bluetooth file sharing between two phones.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routers and access points for structured wireless communication.</a:t>
            </a:r>
          </a:p>
          <a:p>
            <a:r>
              <a:t>Example: University campus Wi-Fi with multiple APs.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 and BSS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BSS: One access point and its connected devices.</a:t>
            </a:r>
          </a:p>
          <a:p>
            <a:r>
              <a:t>ESS: Multiple BSS combined for larger coverage.</a:t>
            </a:r>
          </a:p>
          <a:p>
            <a:r>
              <a:t>Example: Large office Wi-Fi setups across floors.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Wi-Fi commonly operates at 2.4GHz (range) and 5GHz (speed).</a:t>
            </a:r>
          </a:p>
          <a:p>
            <a:r>
              <a:t>Example: Dual-band routers support both for flexibility.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IEEE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network protocols and communication standards.</a:t>
            </a:r>
          </a:p>
          <a:p>
            <a:r>
              <a:t>Examples: IEEE 802.3 (Ethernet), IEEE 802.11 (Wi-Fi).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Distributes network traffic across multiple links or servers.</a:t>
            </a:r>
          </a:p>
          <a:p>
            <a:r>
              <a:t>Example: Google balances search traffic across multiple data centers.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Redundancy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Backup components prevent network downtime.</a:t>
            </a:r>
          </a:p>
          <a:p>
            <a:r>
              <a:t>Example: Using two routers or dual network paths.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Fault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continues operation despite component failure.</a:t>
            </a:r>
          </a:p>
          <a:p>
            <a:r>
              <a:t>Example: RAID drives or multiple redundant network links.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