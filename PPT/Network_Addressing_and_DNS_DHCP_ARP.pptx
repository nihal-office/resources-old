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Network Addressing, DNS, DHCP, and ARP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Concepts and Practical Explanations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addressing is the method used to identify devices in a network uniquely. Every device connected to a network must have an address to communicate. Addresses can be logical (like IP addresses) or physical (like MAC addresses).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 Systems in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Networking often uses multiple numbering systems:</a:t>
            </a:r>
          </a:p>
          <a:p>
            <a:r>
              <a:t>- Decimal System: Used in IPv4 addresses (e.g., 192.168.0.1)</a:t>
            </a:r>
          </a:p>
          <a:p>
            <a:r>
              <a:t>- Binary System: The base-2 system used by computers internally (e.g., 11000000.10101000.00000000.00000001)</a:t>
            </a:r>
          </a:p>
          <a:p>
            <a:r>
              <a:t>- Hexadecimal System: Often used for MAC addresses (e.g., 00:1A:2B:3C:4D:5E)</a:t>
            </a:r>
          </a:p>
          <a:p>
            <a:r>
              <a:t>Conversion between these systems is fundamental for understanding how IP and MAC addresses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 Address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MAC (Media Access Control) address is a hardware identifier assigned to a network interface card (NIC). It operates at the Data Link Layer (Layer 2) and is unique for each device.</a:t>
            </a:r>
          </a:p>
          <a:p>
            <a:r>
              <a:t>Example: 00:1B:44:11:3A:B7</a:t>
            </a:r>
          </a:p>
          <a:p>
            <a:r>
              <a:t>Structure:</a:t>
            </a:r>
          </a:p>
          <a:p>
            <a:r>
              <a:t>- First 3 bytes: Organizationally Unique Identifier (OUI)</a:t>
            </a:r>
          </a:p>
          <a:p>
            <a:r>
              <a:t>- Last 3 bytes: Device-specific identifier.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IPv4 Addressing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IPv4 address is a 32-bit logical address represented in dotted decimal form.</a:t>
            </a:r>
          </a:p>
          <a:p>
            <a:r>
              <a:t>Example: 192.168.10.15</a:t>
            </a:r>
          </a:p>
          <a:p>
            <a:r>
              <a:t>There are two parts: Network ID and Host ID.</a:t>
            </a:r>
          </a:p>
          <a:p>
            <a:r>
              <a:t>Each octet represents 8 bits, and valid addresses range from 0.0.0.0 to 255.255.255.255.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Subnet Mask and IP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subnet mask divides an IP address into the network and host portions.</a:t>
            </a:r>
          </a:p>
          <a:p>
            <a:r>
              <a:t>Example: 255.255.255.0 → Network bits: 24, Host bits: 8</a:t>
            </a:r>
          </a:p>
          <a:p>
            <a:r>
              <a:t>IP classes:</a:t>
            </a:r>
          </a:p>
          <a:p>
            <a:r>
              <a:t>Class A: 1.0.0.0 – 126.0.0.0</a:t>
            </a:r>
          </a:p>
          <a:p>
            <a:r>
              <a:t>Class B: 128.0.0.0 – 191.255.0.0</a:t>
            </a:r>
          </a:p>
          <a:p>
            <a:r>
              <a:t>Class C: 192.0.0.0 – 223.255.255.0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and Private 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IPs are reserved for internal networks and are not routable on the internet.</a:t>
            </a:r>
          </a:p>
          <a:p>
            <a:r>
              <a:t>Examples:</a:t>
            </a:r>
          </a:p>
          <a:p>
            <a:r>
              <a:t>- 10.0.0.0 – 10.255.255.255</a:t>
            </a:r>
          </a:p>
          <a:p>
            <a:r>
              <a:t>- 172.16.0.0 – 172.31.255.255</a:t>
            </a:r>
          </a:p>
          <a:p>
            <a:r>
              <a:t>- 192.168.0.0 – 192.168.255.255</a:t>
            </a:r>
          </a:p>
          <a:p>
            <a:r>
              <a:t>Public IPs are assigned by ISPs and are globally unique.</a:t>
            </a:r>
          </a:p>
          <a:p>
            <a:r>
              <a:t>Example: 8.8.8.8 (Google DNS).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Broadcast and Valid 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Broadcast IP is used to send data to all hosts in a network.</a:t>
            </a:r>
          </a:p>
          <a:p>
            <a:r>
              <a:t>Example: In 192.168.1.0/24, the broadcast IP is 192.168.1.255.</a:t>
            </a:r>
          </a:p>
          <a:p>
            <a:r>
              <a:t>Valid IPs are all those between the Network ID and Broadcast ID that can be assigned to hosts.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DNS, DHCP, and ARP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three protocols handle naming, IP assignment, and resolution:</a:t>
            </a:r>
          </a:p>
          <a:p>
            <a:r>
              <a:t>- DNS: Translates domain names to IP addresses.</a:t>
            </a:r>
          </a:p>
          <a:p>
            <a:r>
              <a:t>- DHCP: Dynamically assigns IPs to devices.</a:t>
            </a:r>
          </a:p>
          <a:p>
            <a:r>
              <a:t>- ARP: Maps IP addresses to MAC addresses on a local network.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of DHCP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DHCP (Dynamic Host Configuration Protocol) automates IP allocation.</a:t>
            </a:r>
          </a:p>
          <a:p>
            <a:r>
              <a:t>Steps:</a:t>
            </a:r>
          </a:p>
          <a:p>
            <a:r>
              <a:t>1. DHCP Discover – Client requests IP.</a:t>
            </a:r>
          </a:p>
          <a:p>
            <a:r>
              <a:t>2. DHCP Offer – Server offers an IP.</a:t>
            </a:r>
          </a:p>
          <a:p>
            <a:r>
              <a:t>3. DHCP Request – Client accepts.</a:t>
            </a:r>
          </a:p>
          <a:p>
            <a:r>
              <a:t>4. DHCP Acknowledge – Server confirms.</a:t>
            </a:r>
          </a:p>
          <a:p>
            <a:r>
              <a:t>This process reduces manual configuration errors and ensures efficient IP management.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DNS in Detail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DNS (Domain Name System) resolves human-readable names into IPs.</a:t>
            </a:r>
          </a:p>
          <a:p>
            <a:r>
              <a:t>Hierarchy:</a:t>
            </a:r>
          </a:p>
          <a:p>
            <a:r>
              <a:t>- Root servers</a:t>
            </a:r>
          </a:p>
          <a:p>
            <a:r>
              <a:t>- Top-Level Domain (TLD) servers</a:t>
            </a:r>
          </a:p>
          <a:p>
            <a:r>
              <a:t>- Authoritative name servers</a:t>
            </a:r>
          </a:p>
          <a:p>
            <a:r>
              <a:t>Example: www.example.com → 93.184.216.34</a:t>
            </a:r>
          </a:p>
          <a:p>
            <a:r>
              <a:t>Commands: nslookup, dig</a:t>
            </a:r>
          </a:p>
          <a:p>
            <a:r>
              <a:t>Troubleshooting includes checking DNS caching and host files.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ARP (Address Resolution Protocol)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ARP translates IP addresses to physical MAC addresses within a LAN.</a:t>
            </a:r>
          </a:p>
          <a:p>
            <a:r>
              <a:t>When a device wants to communicate, it broadcasts an ARP request asking: 'Who has this IP? Tell me your MAC.' The device with that IP responds with its MAC address.</a:t>
            </a:r>
          </a:p>
          <a:p>
            <a:r>
              <a:t>Command: arp -a (to view ARP cache)</a:t>
            </a:r>
          </a:p>
          <a:p>
            <a:r>
              <a:t>ARP is essential for local communication in Ethernet networks.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 and Name Resolution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Troubleshooting tools include:</a:t>
            </a:r>
          </a:p>
          <a:p>
            <a:r>
              <a:t>- ipconfig /all or ifconfig (to check IP and MAC)</a:t>
            </a:r>
          </a:p>
          <a:p>
            <a:r>
              <a:t>- ping and traceroute (to test connectivity)</a:t>
            </a:r>
          </a:p>
          <a:p>
            <a:r>
              <a:t>- nslookup or dig (to test DNS)</a:t>
            </a:r>
          </a:p>
          <a:p>
            <a:r>
              <a:t>Name resolution methods include:</a:t>
            </a:r>
          </a:p>
          <a:p>
            <a:r>
              <a:t>1. Checking local host file</a:t>
            </a:r>
          </a:p>
          <a:p>
            <a:r>
              <a:t>2. Querying DNS servers</a:t>
            </a:r>
          </a:p>
          <a:p>
            <a:r>
              <a:t>3. Using broadcast or WINS (Windows Internet Name Service).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