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Computer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computer network is a collection of interconnected devices that share data and resources. Networks allow communication between computers, phones, and servers. Example: The Internet is the largest computer network in the world.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LAN (Local Area Network) – small area like an office or school.</a:t>
            </a:r>
          </a:p>
          <a:p>
            <a:r>
              <a:t>2. MAN (Metropolitan Area Network) – covers a city.</a:t>
            </a:r>
          </a:p>
          <a:p>
            <a:r>
              <a:t>3. WAN (Wide Area Network) – connects cities or countries.</a:t>
            </a:r>
          </a:p>
          <a:p>
            <a:r>
              <a:t>Example: Home Wi-Fi is a LAN, and the Internet is a WAN.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Important Network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Node – any connected device.</a:t>
            </a:r>
          </a:p>
          <a:p>
            <a:r>
              <a:t>2. Link – connection between nodes.</a:t>
            </a:r>
          </a:p>
          <a:p>
            <a:r>
              <a:t>3. Bandwidth – data capacity.</a:t>
            </a:r>
          </a:p>
          <a:p>
            <a:r>
              <a:t>4. IP Address – unique device ID.</a:t>
            </a:r>
          </a:p>
          <a:p>
            <a:r>
              <a:t>5. MAC Address – hardware ID.</a:t>
            </a:r>
          </a:p>
          <a:p>
            <a:r>
              <a:t>6. Packet – data unit.</a:t>
            </a:r>
          </a:p>
          <a:p>
            <a:r>
              <a:t>7. Switch – connects devices.</a:t>
            </a:r>
          </a:p>
          <a:p>
            <a:r>
              <a:t>8. Router – connects networks.</a:t>
            </a:r>
          </a:p>
          <a:p>
            <a:r>
              <a:t>9. Protocol – set of rules.</a:t>
            </a:r>
          </a:p>
          <a:p>
            <a:r>
              <a:t>10. Topology – layout of a network.</a:t>
            </a:r>
          </a:p>
          <a:p>
            <a:r>
              <a:t>11. Latency – delay in data transfer.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Interface Card (NIC)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NIC allows a computer to connect to a network. It can be wired (Ethernet) or wireless (Wi-Fi). Example: Every laptop has a built-in Wi-Fi NIC for internet 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IEEE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IEEE (Institute of Electrical and Electronics Engineers) sets standards for technology. Example: IEEE 802.3 defines Ethernet and IEEE 802.11 defines Wi-Fi. These standards ensure compatibility between devices worldwide.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TIA (Telecommunications Industry Association)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TIA creates standards for network cabling and communication systems. Example: TIA/EIA-568 standard defines color codes for twisted pair cables.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IANA (Internet Assigned Numbers Authority)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IANA manages IP addresses and domain names. It ensures every website and device on the internet has a unique address. Example: It helps assign domains like www.google.com.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NIST (National Institute of Standards and Technology)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NIST develops standards for cybersecurity and communication. Example: NIST guidelines are used in securing computer networks.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Bits and Bytes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bit is the smallest data unit (0 or 1). 8 bits make 1 byte, which can store a single character. Example: The word 'Hi' is 2 bytes (16 bits).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Media (Wired and Wireless)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Wired media use cables like copper or fiber to transmit data. Wireless media use radio or infrared signals. Example: Ethernet uses cables; Wi-Fi and Bluetooth are wireless.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Network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characteristics include bandwidth, cost, distance, and resistance to interference. Example: Fiber cables offer high speed but are expensive; twisted pair is cheaper but slower.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Bandwidth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Bandwidth measures how much data can pass through a connection per second. Measured in bits per second (bps). Example: A 100 Mbps network transfers 100 million bits every second.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Coaxial Cable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Coaxial cable has a central conductor, insulation, and outer shielding. Used for cable TV and early internet connections. Example: The cable connecting your TV set-top box.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Twisted Pair Cable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Made of pairs of wires twisted together to reduce interference. Types: UTP (Unshielded) and STP (Shielded). Example: The LAN cable used to connect your PC to a router.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Fibre Optic Cable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light signals to transmit data, offering very high speed. Used in internet backbones and ISPs. Example: Fiber broadband connections in homes.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of Crimping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Crimping means attaching connectors (like RJ45) to cable ends. Tools: Crimping tool, cable tester, and connectors. Example: Technicians crimp Ethernet cables during installations.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Colour Code of TP Cable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T568A and T568B standards define color patterns for network cables. Example (T568B): Orange-White, Orange, Green-White, Blue, Blue-White, Green, Brown-White, Brown.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IoT Services like CCTV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IoT (Internet of Things) connects everyday devices to the internet. CCTV cameras, smart bulbs, and door locks can be controlled remotely. Example: Viewing your home security camera from your phone.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Biometric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These identify people using fingerprints or face recognition. Used in offices for attendance. Example: Fingerprint scanners at company entrances.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Door Phones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These allow seeing and talking to visitors before opening the door. They combine a camera and speaker system. Example: Smart video doorbells like Ring or Google Nest.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EPBX (Electronic Private Branch Exchange)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EPBX connects internal telephone extensions within an organization. It reduces the need for separate external phone lines. Example: Office phone systems using extensions like 101, 102.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VoIP (Voice over Internet Protocol)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VoIP allows phone calls using the internet instead of traditional lines. Example: Apps like Skype, Zoom, and WhatsApp use VoIP for voice calls.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PoE (Power over Ethernet)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PoE delivers power and data through the same Ethernet cable. It simplifies installations for devices like IP cameras and Wi-Fi access points. Example: CCTV cameras powered via network cable.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PSTN (Public Switched Telephone Network)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PSTN is the traditional landline telephone network. It connects phones worldwide using copper wires and switches. Example: Your home telephone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